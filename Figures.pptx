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45720000" cy="2743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5904FF-9698-4955-B737-91FE65F33E54}" v="174" dt="2025-12-16T23:07:40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07" autoAdjust="0"/>
    <p:restoredTop sz="97325" autoAdjust="0"/>
  </p:normalViewPr>
  <p:slideViewPr>
    <p:cSldViewPr snapToGrid="0">
      <p:cViewPr>
        <p:scale>
          <a:sx n="60" d="100"/>
          <a:sy n="60" d="100"/>
        </p:scale>
        <p:origin x="1350" y="-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D492C5-B4AC-41AF-8F8E-BE7605DC2F2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9B03F-5365-4D1C-9D7D-328E81BDA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55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88901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1pPr>
    <a:lvl2pPr marL="2194450" algn="l" defTabSz="4388901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2pPr>
    <a:lvl3pPr marL="4388901" algn="l" defTabSz="4388901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3pPr>
    <a:lvl4pPr marL="6583351" algn="l" defTabSz="4388901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4pPr>
    <a:lvl5pPr marL="8777801" algn="l" defTabSz="4388901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5pPr>
    <a:lvl6pPr marL="10972251" algn="l" defTabSz="4388901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6pPr>
    <a:lvl7pPr marL="13166702" algn="l" defTabSz="4388901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7pPr>
    <a:lvl8pPr marL="15361152" algn="l" defTabSz="4388901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8pPr>
    <a:lvl9pPr marL="17555602" algn="l" defTabSz="4388901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9B03F-5365-4D1C-9D7D-328E81BDA1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1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0" y="4489452"/>
            <a:ext cx="34290000" cy="9550400"/>
          </a:xfrm>
        </p:spPr>
        <p:txBody>
          <a:bodyPr anchor="b"/>
          <a:lstStyle>
            <a:lvl1pPr algn="ctr">
              <a:defRPr sz="2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0" y="14408152"/>
            <a:ext cx="34290000" cy="6623048"/>
          </a:xfrm>
        </p:spPr>
        <p:txBody>
          <a:bodyPr/>
          <a:lstStyle>
            <a:lvl1pPr marL="0" indent="0" algn="ctr">
              <a:buNone/>
              <a:defRPr sz="9000"/>
            </a:lvl1pPr>
            <a:lvl2pPr marL="1714500" indent="0" algn="ctr">
              <a:buNone/>
              <a:defRPr sz="7500"/>
            </a:lvl2pPr>
            <a:lvl3pPr marL="3429000" indent="0" algn="ctr">
              <a:buNone/>
              <a:defRPr sz="6750"/>
            </a:lvl3pPr>
            <a:lvl4pPr marL="5143500" indent="0" algn="ctr">
              <a:buNone/>
              <a:defRPr sz="6000"/>
            </a:lvl4pPr>
            <a:lvl5pPr marL="6858000" indent="0" algn="ctr">
              <a:buNone/>
              <a:defRPr sz="6000"/>
            </a:lvl5pPr>
            <a:lvl6pPr marL="8572500" indent="0" algn="ctr">
              <a:buNone/>
              <a:defRPr sz="6000"/>
            </a:lvl6pPr>
            <a:lvl7pPr marL="10287000" indent="0" algn="ctr">
              <a:buNone/>
              <a:defRPr sz="6000"/>
            </a:lvl7pPr>
            <a:lvl8pPr marL="12001500" indent="0" algn="ctr">
              <a:buNone/>
              <a:defRPr sz="6000"/>
            </a:lvl8pPr>
            <a:lvl9pPr marL="13716000" indent="0" algn="ctr">
              <a:buNone/>
              <a:defRPr sz="6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93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75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38" y="6838954"/>
            <a:ext cx="39433500" cy="11410948"/>
          </a:xfrm>
        </p:spPr>
        <p:txBody>
          <a:bodyPr anchor="b"/>
          <a:lstStyle>
            <a:lvl1pPr>
              <a:defRPr sz="2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38" y="18357854"/>
            <a:ext cx="39433500" cy="6000748"/>
          </a:xfrm>
        </p:spPr>
        <p:txBody>
          <a:bodyPr/>
          <a:lstStyle>
            <a:lvl1pPr marL="0" indent="0">
              <a:buNone/>
              <a:defRPr sz="9000">
                <a:solidFill>
                  <a:schemeClr val="tx1">
                    <a:tint val="82000"/>
                  </a:schemeClr>
                </a:solidFill>
              </a:defRPr>
            </a:lvl1pPr>
            <a:lvl2pPr marL="1714500" indent="0">
              <a:buNone/>
              <a:defRPr sz="7500">
                <a:solidFill>
                  <a:schemeClr val="tx1">
                    <a:tint val="82000"/>
                  </a:schemeClr>
                </a:solidFill>
              </a:defRPr>
            </a:lvl2pPr>
            <a:lvl3pPr marL="3429000" indent="0">
              <a:buNone/>
              <a:defRPr sz="6750">
                <a:solidFill>
                  <a:schemeClr val="tx1">
                    <a:tint val="82000"/>
                  </a:schemeClr>
                </a:solidFill>
              </a:defRPr>
            </a:lvl3pPr>
            <a:lvl4pPr marL="51435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4pPr>
            <a:lvl5pPr marL="68580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5pPr>
            <a:lvl6pPr marL="85725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6pPr>
            <a:lvl7pPr marL="102870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7pPr>
            <a:lvl8pPr marL="120015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8pPr>
            <a:lvl9pPr marL="137160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062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0" y="7302500"/>
            <a:ext cx="194310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0" y="7302500"/>
            <a:ext cx="194310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42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5" y="1460502"/>
            <a:ext cx="39433500" cy="5302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07" y="6724652"/>
            <a:ext cx="19341701" cy="3295648"/>
          </a:xfrm>
        </p:spPr>
        <p:txBody>
          <a:bodyPr anchor="b"/>
          <a:lstStyle>
            <a:lvl1pPr marL="0" indent="0">
              <a:buNone/>
              <a:defRPr sz="9000" b="1"/>
            </a:lvl1pPr>
            <a:lvl2pPr marL="1714500" indent="0">
              <a:buNone/>
              <a:defRPr sz="7500" b="1"/>
            </a:lvl2pPr>
            <a:lvl3pPr marL="3429000" indent="0">
              <a:buNone/>
              <a:defRPr sz="6750" b="1"/>
            </a:lvl3pPr>
            <a:lvl4pPr marL="5143500" indent="0">
              <a:buNone/>
              <a:defRPr sz="6000" b="1"/>
            </a:lvl4pPr>
            <a:lvl5pPr marL="6858000" indent="0">
              <a:buNone/>
              <a:defRPr sz="6000" b="1"/>
            </a:lvl5pPr>
            <a:lvl6pPr marL="8572500" indent="0">
              <a:buNone/>
              <a:defRPr sz="6000" b="1"/>
            </a:lvl6pPr>
            <a:lvl7pPr marL="10287000" indent="0">
              <a:buNone/>
              <a:defRPr sz="6000" b="1"/>
            </a:lvl7pPr>
            <a:lvl8pPr marL="12001500" indent="0">
              <a:buNone/>
              <a:defRPr sz="6000" b="1"/>
            </a:lvl8pPr>
            <a:lvl9pPr marL="13716000" indent="0">
              <a:buNone/>
              <a:defRPr sz="6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07" y="10020300"/>
            <a:ext cx="19341701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0" y="6724652"/>
            <a:ext cx="19436955" cy="3295648"/>
          </a:xfrm>
        </p:spPr>
        <p:txBody>
          <a:bodyPr anchor="b"/>
          <a:lstStyle>
            <a:lvl1pPr marL="0" indent="0">
              <a:buNone/>
              <a:defRPr sz="9000" b="1"/>
            </a:lvl1pPr>
            <a:lvl2pPr marL="1714500" indent="0">
              <a:buNone/>
              <a:defRPr sz="7500" b="1"/>
            </a:lvl2pPr>
            <a:lvl3pPr marL="3429000" indent="0">
              <a:buNone/>
              <a:defRPr sz="6750" b="1"/>
            </a:lvl3pPr>
            <a:lvl4pPr marL="5143500" indent="0">
              <a:buNone/>
              <a:defRPr sz="6000" b="1"/>
            </a:lvl4pPr>
            <a:lvl5pPr marL="6858000" indent="0">
              <a:buNone/>
              <a:defRPr sz="6000" b="1"/>
            </a:lvl5pPr>
            <a:lvl6pPr marL="8572500" indent="0">
              <a:buNone/>
              <a:defRPr sz="6000" b="1"/>
            </a:lvl6pPr>
            <a:lvl7pPr marL="10287000" indent="0">
              <a:buNone/>
              <a:defRPr sz="6000" b="1"/>
            </a:lvl7pPr>
            <a:lvl8pPr marL="12001500" indent="0">
              <a:buNone/>
              <a:defRPr sz="6000" b="1"/>
            </a:lvl8pPr>
            <a:lvl9pPr marL="13716000" indent="0">
              <a:buNone/>
              <a:defRPr sz="6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0" y="10020300"/>
            <a:ext cx="19436955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92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797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37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7" y="1828800"/>
            <a:ext cx="14745889" cy="6400800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5" y="3949702"/>
            <a:ext cx="23145750" cy="19494500"/>
          </a:xfrm>
        </p:spPr>
        <p:txBody>
          <a:bodyPr/>
          <a:lstStyle>
            <a:lvl1pPr>
              <a:defRPr sz="12000"/>
            </a:lvl1pPr>
            <a:lvl2pPr>
              <a:defRPr sz="10500"/>
            </a:lvl2pPr>
            <a:lvl3pPr>
              <a:defRPr sz="9000"/>
            </a:lvl3pPr>
            <a:lvl4pPr>
              <a:defRPr sz="7500"/>
            </a:lvl4pPr>
            <a:lvl5pPr>
              <a:defRPr sz="7500"/>
            </a:lvl5pPr>
            <a:lvl6pPr>
              <a:defRPr sz="7500"/>
            </a:lvl6pPr>
            <a:lvl7pPr>
              <a:defRPr sz="7500"/>
            </a:lvl7pPr>
            <a:lvl8pPr>
              <a:defRPr sz="7500"/>
            </a:lvl8pPr>
            <a:lvl9pPr>
              <a:defRPr sz="7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07" y="8229600"/>
            <a:ext cx="14745889" cy="15246352"/>
          </a:xfrm>
        </p:spPr>
        <p:txBody>
          <a:bodyPr/>
          <a:lstStyle>
            <a:lvl1pPr marL="0" indent="0">
              <a:buNone/>
              <a:defRPr sz="6000"/>
            </a:lvl1pPr>
            <a:lvl2pPr marL="1714500" indent="0">
              <a:buNone/>
              <a:defRPr sz="5250"/>
            </a:lvl2pPr>
            <a:lvl3pPr marL="3429000" indent="0">
              <a:buNone/>
              <a:defRPr sz="4500"/>
            </a:lvl3pPr>
            <a:lvl4pPr marL="5143500" indent="0">
              <a:buNone/>
              <a:defRPr sz="3750"/>
            </a:lvl4pPr>
            <a:lvl5pPr marL="6858000" indent="0">
              <a:buNone/>
              <a:defRPr sz="3750"/>
            </a:lvl5pPr>
            <a:lvl6pPr marL="8572500" indent="0">
              <a:buNone/>
              <a:defRPr sz="3750"/>
            </a:lvl6pPr>
            <a:lvl7pPr marL="10287000" indent="0">
              <a:buNone/>
              <a:defRPr sz="3750"/>
            </a:lvl7pPr>
            <a:lvl8pPr marL="12001500" indent="0">
              <a:buNone/>
              <a:defRPr sz="3750"/>
            </a:lvl8pPr>
            <a:lvl9pPr marL="13716000" indent="0">
              <a:buNone/>
              <a:defRPr sz="3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994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7" y="1828800"/>
            <a:ext cx="14745889" cy="6400800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5" y="3949702"/>
            <a:ext cx="23145750" cy="19494500"/>
          </a:xfrm>
        </p:spPr>
        <p:txBody>
          <a:bodyPr anchor="t"/>
          <a:lstStyle>
            <a:lvl1pPr marL="0" indent="0">
              <a:buNone/>
              <a:defRPr sz="12000"/>
            </a:lvl1pPr>
            <a:lvl2pPr marL="1714500" indent="0">
              <a:buNone/>
              <a:defRPr sz="10500"/>
            </a:lvl2pPr>
            <a:lvl3pPr marL="3429000" indent="0">
              <a:buNone/>
              <a:defRPr sz="9000"/>
            </a:lvl3pPr>
            <a:lvl4pPr marL="5143500" indent="0">
              <a:buNone/>
              <a:defRPr sz="7500"/>
            </a:lvl4pPr>
            <a:lvl5pPr marL="6858000" indent="0">
              <a:buNone/>
              <a:defRPr sz="7500"/>
            </a:lvl5pPr>
            <a:lvl6pPr marL="8572500" indent="0">
              <a:buNone/>
              <a:defRPr sz="7500"/>
            </a:lvl6pPr>
            <a:lvl7pPr marL="10287000" indent="0">
              <a:buNone/>
              <a:defRPr sz="7500"/>
            </a:lvl7pPr>
            <a:lvl8pPr marL="12001500" indent="0">
              <a:buNone/>
              <a:defRPr sz="7500"/>
            </a:lvl8pPr>
            <a:lvl9pPr marL="13716000" indent="0">
              <a:buNone/>
              <a:defRPr sz="7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07" y="8229600"/>
            <a:ext cx="14745889" cy="15246352"/>
          </a:xfrm>
        </p:spPr>
        <p:txBody>
          <a:bodyPr/>
          <a:lstStyle>
            <a:lvl1pPr marL="0" indent="0">
              <a:buNone/>
              <a:defRPr sz="6000"/>
            </a:lvl1pPr>
            <a:lvl2pPr marL="1714500" indent="0">
              <a:buNone/>
              <a:defRPr sz="5250"/>
            </a:lvl2pPr>
            <a:lvl3pPr marL="3429000" indent="0">
              <a:buNone/>
              <a:defRPr sz="4500"/>
            </a:lvl3pPr>
            <a:lvl4pPr marL="5143500" indent="0">
              <a:buNone/>
              <a:defRPr sz="3750"/>
            </a:lvl4pPr>
            <a:lvl5pPr marL="6858000" indent="0">
              <a:buNone/>
              <a:defRPr sz="3750"/>
            </a:lvl5pPr>
            <a:lvl6pPr marL="8572500" indent="0">
              <a:buNone/>
              <a:defRPr sz="3750"/>
            </a:lvl6pPr>
            <a:lvl7pPr marL="10287000" indent="0">
              <a:buNone/>
              <a:defRPr sz="3750"/>
            </a:lvl7pPr>
            <a:lvl8pPr marL="12001500" indent="0">
              <a:buNone/>
              <a:defRPr sz="3750"/>
            </a:lvl8pPr>
            <a:lvl9pPr marL="13716000" indent="0">
              <a:buNone/>
              <a:defRPr sz="3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42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32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75" y="1460500"/>
            <a:ext cx="9858375" cy="232473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0" y="1460500"/>
            <a:ext cx="29003625" cy="232473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77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0" y="1460502"/>
            <a:ext cx="39433500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0" y="7302500"/>
            <a:ext cx="39433500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0" y="25425402"/>
            <a:ext cx="102870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0" y="25425402"/>
            <a:ext cx="154305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0" y="25425402"/>
            <a:ext cx="102870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00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429000" rtl="0" eaLnBrk="1" latinLnBrk="0" hangingPunct="1">
        <a:lnSpc>
          <a:spcPct val="90000"/>
        </a:lnSpc>
        <a:spcBef>
          <a:spcPct val="0"/>
        </a:spcBef>
        <a:buNone/>
        <a:defRPr sz="16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7250" indent="-857250" algn="l" defTabSz="3429000" rtl="0" eaLnBrk="1" latinLnBrk="0" hangingPunct="1">
        <a:lnSpc>
          <a:spcPct val="90000"/>
        </a:lnSpc>
        <a:spcBef>
          <a:spcPts val="3750"/>
        </a:spcBef>
        <a:buFont typeface="Arial" panose="020B0604020202020204" pitchFamily="34" charset="0"/>
        <a:buChar char="•"/>
        <a:defRPr sz="105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9000" kern="1200">
          <a:solidFill>
            <a:schemeClr val="tx1"/>
          </a:solidFill>
          <a:latin typeface="+mn-lt"/>
          <a:ea typeface="+mn-ea"/>
          <a:cs typeface="+mn-cs"/>
        </a:defRPr>
      </a:lvl2pPr>
      <a:lvl3pPr marL="42862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7500" kern="1200">
          <a:solidFill>
            <a:schemeClr val="tx1"/>
          </a:solidFill>
          <a:latin typeface="+mn-lt"/>
          <a:ea typeface="+mn-ea"/>
          <a:cs typeface="+mn-cs"/>
        </a:defRPr>
      </a:lvl3pPr>
      <a:lvl4pPr marL="60007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6pPr>
      <a:lvl7pPr marL="111442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7pPr>
      <a:lvl8pPr marL="128587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8pPr>
      <a:lvl9pPr marL="145732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26" Type="http://schemas.openxmlformats.org/officeDocument/2006/relationships/image" Target="../media/image55.png"/><Relationship Id="rId39" Type="http://schemas.openxmlformats.org/officeDocument/2006/relationships/image" Target="../media/image68.png"/><Relationship Id="rId21" Type="http://schemas.openxmlformats.org/officeDocument/2006/relationships/image" Target="../media/image50.png"/><Relationship Id="rId34" Type="http://schemas.openxmlformats.org/officeDocument/2006/relationships/image" Target="../media/image63.png"/><Relationship Id="rId42" Type="http://schemas.openxmlformats.org/officeDocument/2006/relationships/image" Target="../media/image71.png"/><Relationship Id="rId47" Type="http://schemas.openxmlformats.org/officeDocument/2006/relationships/image" Target="../media/image76.png"/><Relationship Id="rId50" Type="http://schemas.openxmlformats.org/officeDocument/2006/relationships/image" Target="../media/image79.png"/><Relationship Id="rId55" Type="http://schemas.openxmlformats.org/officeDocument/2006/relationships/image" Target="../media/image84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5" Type="http://schemas.openxmlformats.org/officeDocument/2006/relationships/image" Target="../media/image54.png"/><Relationship Id="rId33" Type="http://schemas.openxmlformats.org/officeDocument/2006/relationships/image" Target="../media/image62.png"/><Relationship Id="rId38" Type="http://schemas.openxmlformats.org/officeDocument/2006/relationships/image" Target="../media/image67.png"/><Relationship Id="rId46" Type="http://schemas.openxmlformats.org/officeDocument/2006/relationships/image" Target="../media/image75.png"/><Relationship Id="rId2" Type="http://schemas.openxmlformats.org/officeDocument/2006/relationships/image" Target="../media/image31.png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29" Type="http://schemas.openxmlformats.org/officeDocument/2006/relationships/image" Target="../media/image58.png"/><Relationship Id="rId41" Type="http://schemas.openxmlformats.org/officeDocument/2006/relationships/image" Target="../media/image70.png"/><Relationship Id="rId54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24" Type="http://schemas.openxmlformats.org/officeDocument/2006/relationships/image" Target="../media/image53.png"/><Relationship Id="rId32" Type="http://schemas.openxmlformats.org/officeDocument/2006/relationships/image" Target="../media/image61.png"/><Relationship Id="rId37" Type="http://schemas.openxmlformats.org/officeDocument/2006/relationships/image" Target="../media/image66.png"/><Relationship Id="rId40" Type="http://schemas.openxmlformats.org/officeDocument/2006/relationships/image" Target="../media/image69.png"/><Relationship Id="rId45" Type="http://schemas.openxmlformats.org/officeDocument/2006/relationships/image" Target="../media/image74.png"/><Relationship Id="rId53" Type="http://schemas.openxmlformats.org/officeDocument/2006/relationships/image" Target="../media/image82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23" Type="http://schemas.openxmlformats.org/officeDocument/2006/relationships/image" Target="../media/image52.png"/><Relationship Id="rId28" Type="http://schemas.openxmlformats.org/officeDocument/2006/relationships/image" Target="../media/image57.png"/><Relationship Id="rId36" Type="http://schemas.openxmlformats.org/officeDocument/2006/relationships/image" Target="../media/image65.png"/><Relationship Id="rId49" Type="http://schemas.openxmlformats.org/officeDocument/2006/relationships/image" Target="../media/image78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31" Type="http://schemas.openxmlformats.org/officeDocument/2006/relationships/image" Target="../media/image60.png"/><Relationship Id="rId44" Type="http://schemas.openxmlformats.org/officeDocument/2006/relationships/image" Target="../media/image73.png"/><Relationship Id="rId52" Type="http://schemas.openxmlformats.org/officeDocument/2006/relationships/image" Target="../media/image81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Relationship Id="rId22" Type="http://schemas.openxmlformats.org/officeDocument/2006/relationships/image" Target="../media/image51.png"/><Relationship Id="rId27" Type="http://schemas.openxmlformats.org/officeDocument/2006/relationships/image" Target="../media/image56.png"/><Relationship Id="rId30" Type="http://schemas.openxmlformats.org/officeDocument/2006/relationships/image" Target="../media/image59.png"/><Relationship Id="rId35" Type="http://schemas.openxmlformats.org/officeDocument/2006/relationships/image" Target="../media/image64.png"/><Relationship Id="rId43" Type="http://schemas.openxmlformats.org/officeDocument/2006/relationships/image" Target="../media/image72.png"/><Relationship Id="rId48" Type="http://schemas.openxmlformats.org/officeDocument/2006/relationships/image" Target="../media/image77.png"/><Relationship Id="rId8" Type="http://schemas.openxmlformats.org/officeDocument/2006/relationships/image" Target="../media/image37.png"/><Relationship Id="rId51" Type="http://schemas.openxmlformats.org/officeDocument/2006/relationships/image" Target="../media/image80.png"/><Relationship Id="rId3" Type="http://schemas.openxmlformats.org/officeDocument/2006/relationships/image" Target="../media/image32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image" Target="../media/image109.png"/><Relationship Id="rId39" Type="http://schemas.openxmlformats.org/officeDocument/2006/relationships/image" Target="../media/image122.png"/><Relationship Id="rId21" Type="http://schemas.openxmlformats.org/officeDocument/2006/relationships/image" Target="../media/image104.png"/><Relationship Id="rId34" Type="http://schemas.openxmlformats.org/officeDocument/2006/relationships/image" Target="../media/image117.png"/><Relationship Id="rId42" Type="http://schemas.openxmlformats.org/officeDocument/2006/relationships/image" Target="../media/image125.png"/><Relationship Id="rId47" Type="http://schemas.openxmlformats.org/officeDocument/2006/relationships/image" Target="../media/image130.png"/><Relationship Id="rId50" Type="http://schemas.openxmlformats.org/officeDocument/2006/relationships/image" Target="../media/image133.png"/><Relationship Id="rId55" Type="http://schemas.openxmlformats.org/officeDocument/2006/relationships/image" Target="../media/image138.png"/><Relationship Id="rId63" Type="http://schemas.openxmlformats.org/officeDocument/2006/relationships/image" Target="../media/image14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29" Type="http://schemas.openxmlformats.org/officeDocument/2006/relationships/image" Target="../media/image112.png"/><Relationship Id="rId41" Type="http://schemas.openxmlformats.org/officeDocument/2006/relationships/image" Target="../media/image124.png"/><Relationship Id="rId54" Type="http://schemas.openxmlformats.org/officeDocument/2006/relationships/image" Target="../media/image137.png"/><Relationship Id="rId62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32" Type="http://schemas.openxmlformats.org/officeDocument/2006/relationships/image" Target="../media/image115.png"/><Relationship Id="rId37" Type="http://schemas.openxmlformats.org/officeDocument/2006/relationships/image" Target="../media/image120.png"/><Relationship Id="rId40" Type="http://schemas.openxmlformats.org/officeDocument/2006/relationships/image" Target="../media/image123.png"/><Relationship Id="rId45" Type="http://schemas.openxmlformats.org/officeDocument/2006/relationships/image" Target="../media/image128.png"/><Relationship Id="rId53" Type="http://schemas.openxmlformats.org/officeDocument/2006/relationships/image" Target="../media/image136.png"/><Relationship Id="rId58" Type="http://schemas.openxmlformats.org/officeDocument/2006/relationships/image" Target="../media/image141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28" Type="http://schemas.openxmlformats.org/officeDocument/2006/relationships/image" Target="../media/image111.png"/><Relationship Id="rId36" Type="http://schemas.openxmlformats.org/officeDocument/2006/relationships/image" Target="../media/image119.png"/><Relationship Id="rId49" Type="http://schemas.openxmlformats.org/officeDocument/2006/relationships/image" Target="../media/image132.png"/><Relationship Id="rId57" Type="http://schemas.openxmlformats.org/officeDocument/2006/relationships/image" Target="../media/image140.png"/><Relationship Id="rId61" Type="http://schemas.openxmlformats.org/officeDocument/2006/relationships/image" Target="../media/image144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31" Type="http://schemas.openxmlformats.org/officeDocument/2006/relationships/image" Target="../media/image114.png"/><Relationship Id="rId44" Type="http://schemas.openxmlformats.org/officeDocument/2006/relationships/image" Target="../media/image127.png"/><Relationship Id="rId52" Type="http://schemas.openxmlformats.org/officeDocument/2006/relationships/image" Target="../media/image135.png"/><Relationship Id="rId60" Type="http://schemas.openxmlformats.org/officeDocument/2006/relationships/image" Target="../media/image14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Relationship Id="rId27" Type="http://schemas.openxmlformats.org/officeDocument/2006/relationships/image" Target="../media/image110.png"/><Relationship Id="rId30" Type="http://schemas.openxmlformats.org/officeDocument/2006/relationships/image" Target="../media/image113.png"/><Relationship Id="rId35" Type="http://schemas.openxmlformats.org/officeDocument/2006/relationships/image" Target="../media/image118.png"/><Relationship Id="rId43" Type="http://schemas.openxmlformats.org/officeDocument/2006/relationships/image" Target="../media/image126.png"/><Relationship Id="rId48" Type="http://schemas.openxmlformats.org/officeDocument/2006/relationships/image" Target="../media/image131.png"/><Relationship Id="rId56" Type="http://schemas.openxmlformats.org/officeDocument/2006/relationships/image" Target="../media/image139.png"/><Relationship Id="rId8" Type="http://schemas.openxmlformats.org/officeDocument/2006/relationships/image" Target="../media/image91.png"/><Relationship Id="rId51" Type="http://schemas.openxmlformats.org/officeDocument/2006/relationships/image" Target="../media/image134.png"/><Relationship Id="rId3" Type="http://schemas.openxmlformats.org/officeDocument/2006/relationships/image" Target="../media/image86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33" Type="http://schemas.openxmlformats.org/officeDocument/2006/relationships/image" Target="../media/image116.png"/><Relationship Id="rId38" Type="http://schemas.openxmlformats.org/officeDocument/2006/relationships/image" Target="../media/image121.png"/><Relationship Id="rId46" Type="http://schemas.openxmlformats.org/officeDocument/2006/relationships/image" Target="../media/image129.png"/><Relationship Id="rId59" Type="http://schemas.openxmlformats.org/officeDocument/2006/relationships/image" Target="../media/image14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F43C792-502E-5C6D-42B0-DDB5A9ED7CA3}"/>
              </a:ext>
            </a:extLst>
          </p:cNvPr>
          <p:cNvGrpSpPr/>
          <p:nvPr/>
        </p:nvGrpSpPr>
        <p:grpSpPr>
          <a:xfrm>
            <a:off x="13667147" y="11867741"/>
            <a:ext cx="17741981" cy="7472597"/>
            <a:chOff x="-9149227" y="-7034"/>
            <a:chExt cx="29569967" cy="12454326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4AC1610B-75F2-8313-DD15-7BD0B5BAF969}"/>
                </a:ext>
              </a:extLst>
            </p:cNvPr>
            <p:cNvGrpSpPr/>
            <p:nvPr/>
          </p:nvGrpSpPr>
          <p:grpSpPr>
            <a:xfrm>
              <a:off x="-9149227" y="6192784"/>
              <a:ext cx="29557992" cy="6254508"/>
              <a:chOff x="-9137025" y="6961374"/>
              <a:chExt cx="29557992" cy="6254508"/>
            </a:xfrm>
          </p:grpSpPr>
          <p:pic>
            <p:nvPicPr>
              <p:cNvPr id="45" name="Picture 44" descr="A graph of a temperature&#10;&#10;AI-generated content may be incorrect.">
                <a:extLst>
                  <a:ext uri="{FF2B5EF4-FFF2-40B4-BE49-F238E27FC236}">
                    <a16:creationId xmlns:a16="http://schemas.microsoft.com/office/drawing/2014/main" id="{CBD329BE-1B71-9680-970F-EC6DAE589C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9137025" y="6961374"/>
                <a:ext cx="6464821" cy="6254508"/>
              </a:xfrm>
              <a:prstGeom prst="rect">
                <a:avLst/>
              </a:prstGeom>
            </p:spPr>
          </p:pic>
          <p:pic>
            <p:nvPicPr>
              <p:cNvPr id="47" name="Picture 46" descr="A chart of a temperature&#10;&#10;AI-generated content may be incorrect.">
                <a:extLst>
                  <a:ext uri="{FF2B5EF4-FFF2-40B4-BE49-F238E27FC236}">
                    <a16:creationId xmlns:a16="http://schemas.microsoft.com/office/drawing/2014/main" id="{658AD47D-310D-F64A-1DE5-8B9B847ACC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9723" y="6961374"/>
                <a:ext cx="6464821" cy="6254508"/>
              </a:xfrm>
              <a:prstGeom prst="rect">
                <a:avLst/>
              </a:prstGeom>
            </p:spPr>
          </p:pic>
          <p:pic>
            <p:nvPicPr>
              <p:cNvPr id="49" name="Picture 48" descr="A chart of a temperature&#10;&#10;AI-generated content may be incorrect.">
                <a:extLst>
                  <a:ext uri="{FF2B5EF4-FFF2-40B4-BE49-F238E27FC236}">
                    <a16:creationId xmlns:a16="http://schemas.microsoft.com/office/drawing/2014/main" id="{600210FA-E69A-E0EB-CB3F-D23CB584A0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6365" y="6961374"/>
                <a:ext cx="6464821" cy="6254508"/>
              </a:xfrm>
              <a:prstGeom prst="rect">
                <a:avLst/>
              </a:prstGeom>
            </p:spPr>
          </p:pic>
          <p:pic>
            <p:nvPicPr>
              <p:cNvPr id="53" name="Picture 52" descr="A graph of a temperature&#10;&#10;AI-generated content may be incorrect.">
                <a:extLst>
                  <a:ext uri="{FF2B5EF4-FFF2-40B4-BE49-F238E27FC236}">
                    <a16:creationId xmlns:a16="http://schemas.microsoft.com/office/drawing/2014/main" id="{1956A1F7-39ED-3FA0-5980-735FB5865E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2621" y="6961374"/>
                <a:ext cx="6583693" cy="6254508"/>
              </a:xfrm>
              <a:prstGeom prst="rect">
                <a:avLst/>
              </a:prstGeom>
            </p:spPr>
          </p:pic>
          <p:pic>
            <p:nvPicPr>
              <p:cNvPr id="55" name="Picture 54" descr="A chart of a temperature&#10;&#10;AI-generated content may be incorrect.">
                <a:extLst>
                  <a:ext uri="{FF2B5EF4-FFF2-40B4-BE49-F238E27FC236}">
                    <a16:creationId xmlns:a16="http://schemas.microsoft.com/office/drawing/2014/main" id="{3B0D5522-2A2C-2AD7-DF48-D6959027C5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1427"/>
              <a:stretch>
                <a:fillRect/>
              </a:stretch>
            </p:blipFill>
            <p:spPr>
              <a:xfrm>
                <a:off x="13957925" y="6961374"/>
                <a:ext cx="5831368" cy="6254508"/>
              </a:xfrm>
              <a:prstGeom prst="rect">
                <a:avLst/>
              </a:prstGeom>
            </p:spPr>
          </p:pic>
          <p:pic>
            <p:nvPicPr>
              <p:cNvPr id="58" name="Picture 57" descr="A chart of a temperature&#10;&#10;AI-generated content may be incorrect.">
                <a:extLst>
                  <a:ext uri="{FF2B5EF4-FFF2-40B4-BE49-F238E27FC236}">
                    <a16:creationId xmlns:a16="http://schemas.microsoft.com/office/drawing/2014/main" id="{C936FD92-7181-6636-968C-90F0BD4106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9370" b="4463"/>
              <a:stretch>
                <a:fillRect/>
              </a:stretch>
            </p:blipFill>
            <p:spPr>
              <a:xfrm>
                <a:off x="19733730" y="6961374"/>
                <a:ext cx="687237" cy="5975350"/>
              </a:xfrm>
              <a:prstGeom prst="rect">
                <a:avLst/>
              </a:prstGeom>
            </p:spPr>
          </p:pic>
          <p:pic>
            <p:nvPicPr>
              <p:cNvPr id="62" name="Picture 61" descr="A blue and red gradient with white text&#10;&#10;AI-generated content may be incorrect.">
                <a:extLst>
                  <a:ext uri="{FF2B5EF4-FFF2-40B4-BE49-F238E27FC236}">
                    <a16:creationId xmlns:a16="http://schemas.microsoft.com/office/drawing/2014/main" id="{ED8E4136-D752-106D-5C39-2D347BFCA3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013" t="95257" r="12175"/>
              <a:stretch>
                <a:fillRect/>
              </a:stretch>
            </p:blipFill>
            <p:spPr>
              <a:xfrm>
                <a:off x="13783558" y="12917676"/>
                <a:ext cx="254113" cy="296620"/>
              </a:xfrm>
              <a:prstGeom prst="rect">
                <a:avLst/>
              </a:prstGeom>
            </p:spPr>
          </p:pic>
          <p:pic>
            <p:nvPicPr>
              <p:cNvPr id="63" name="Picture 62" descr="A blue and red gradient with white text&#10;&#10;AI-generated content may be incorrect.">
                <a:extLst>
                  <a:ext uri="{FF2B5EF4-FFF2-40B4-BE49-F238E27FC236}">
                    <a16:creationId xmlns:a16="http://schemas.microsoft.com/office/drawing/2014/main" id="{40CAA188-832C-D183-C282-325FCAEA5D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013" t="95257" r="12175"/>
              <a:stretch>
                <a:fillRect/>
              </a:stretch>
            </p:blipFill>
            <p:spPr>
              <a:xfrm>
                <a:off x="8017494" y="12919262"/>
                <a:ext cx="254113" cy="296620"/>
              </a:xfrm>
              <a:prstGeom prst="rect">
                <a:avLst/>
              </a:prstGeom>
            </p:spPr>
          </p:pic>
          <p:pic>
            <p:nvPicPr>
              <p:cNvPr id="64" name="Picture 63" descr="A blue and red gradient with white text&#10;&#10;AI-generated content may be incorrect.">
                <a:extLst>
                  <a:ext uri="{FF2B5EF4-FFF2-40B4-BE49-F238E27FC236}">
                    <a16:creationId xmlns:a16="http://schemas.microsoft.com/office/drawing/2014/main" id="{C9856727-9DD1-8C32-32D1-51F329C1B0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013" t="95257" r="12175"/>
              <a:stretch>
                <a:fillRect/>
              </a:stretch>
            </p:blipFill>
            <p:spPr>
              <a:xfrm>
                <a:off x="2241867" y="12919262"/>
                <a:ext cx="254113" cy="296620"/>
              </a:xfrm>
              <a:prstGeom prst="rect">
                <a:avLst/>
              </a:prstGeom>
            </p:spPr>
          </p:pic>
          <p:pic>
            <p:nvPicPr>
              <p:cNvPr id="65" name="Picture 64" descr="A blue and red gradient with white text&#10;&#10;AI-generated content may be incorrect.">
                <a:extLst>
                  <a:ext uri="{FF2B5EF4-FFF2-40B4-BE49-F238E27FC236}">
                    <a16:creationId xmlns:a16="http://schemas.microsoft.com/office/drawing/2014/main" id="{EFD5B0A4-11AC-9685-FA3B-A7D58AECA1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013" t="95257" r="12175"/>
              <a:stretch>
                <a:fillRect/>
              </a:stretch>
            </p:blipFill>
            <p:spPr>
              <a:xfrm>
                <a:off x="-3535136" y="12915295"/>
                <a:ext cx="254113" cy="296620"/>
              </a:xfrm>
              <a:prstGeom prst="rect">
                <a:avLst/>
              </a:prstGeom>
            </p:spPr>
          </p:pic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C291776-03B0-7A41-567E-88036C0E0E67}"/>
                </a:ext>
              </a:extLst>
            </p:cNvPr>
            <p:cNvGrpSpPr/>
            <p:nvPr/>
          </p:nvGrpSpPr>
          <p:grpSpPr>
            <a:xfrm>
              <a:off x="-9149227" y="-7034"/>
              <a:ext cx="29569967" cy="6261542"/>
              <a:chOff x="-9149227" y="-7034"/>
              <a:chExt cx="29569967" cy="6261542"/>
            </a:xfrm>
          </p:grpSpPr>
          <p:pic>
            <p:nvPicPr>
              <p:cNvPr id="57" name="Picture 56" descr="A blue and red gradient with white text&#10;&#10;AI-generated content may be incorrect.">
                <a:extLst>
                  <a:ext uri="{FF2B5EF4-FFF2-40B4-BE49-F238E27FC236}">
                    <a16:creationId xmlns:a16="http://schemas.microsoft.com/office/drawing/2014/main" id="{FAF4B8DF-20AA-5BD8-6658-A0B89A8567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9149227" y="0"/>
                <a:ext cx="6665989" cy="6254508"/>
              </a:xfrm>
              <a:prstGeom prst="rect">
                <a:avLst/>
              </a:prstGeom>
            </p:spPr>
          </p:pic>
          <p:pic>
            <p:nvPicPr>
              <p:cNvPr id="31" name="Picture 30" descr="A graph of a temperature&#10;&#10;AI-generated content may be incorrect.">
                <a:extLst>
                  <a:ext uri="{FF2B5EF4-FFF2-40B4-BE49-F238E27FC236}">
                    <a16:creationId xmlns:a16="http://schemas.microsoft.com/office/drawing/2014/main" id="{B3A194CD-690C-861E-C06C-08F47F6C08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73073" y="0"/>
                <a:ext cx="6464821" cy="6254508"/>
              </a:xfrm>
              <a:prstGeom prst="rect">
                <a:avLst/>
              </a:prstGeom>
            </p:spPr>
          </p:pic>
          <p:pic>
            <p:nvPicPr>
              <p:cNvPr id="37" name="Picture 36" descr="A graph of a temperature&#10;&#10;AI-generated content may be incorrect.">
                <a:extLst>
                  <a:ext uri="{FF2B5EF4-FFF2-40B4-BE49-F238E27FC236}">
                    <a16:creationId xmlns:a16="http://schemas.microsoft.com/office/drawing/2014/main" id="{9967F971-E0BA-58D6-C9E3-A8FB2A0022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02297" y="0"/>
                <a:ext cx="6464821" cy="6254508"/>
              </a:xfrm>
              <a:prstGeom prst="rect">
                <a:avLst/>
              </a:prstGeom>
            </p:spPr>
          </p:pic>
          <p:pic>
            <p:nvPicPr>
              <p:cNvPr id="41" name="Picture 40" descr="A chart of a temperature&#10;&#10;AI-generated content may be incorrect.">
                <a:extLst>
                  <a:ext uri="{FF2B5EF4-FFF2-40B4-BE49-F238E27FC236}">
                    <a16:creationId xmlns:a16="http://schemas.microsoft.com/office/drawing/2014/main" id="{02C60C6B-8C62-CC01-6098-F317CF1D8A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0333" y="0"/>
                <a:ext cx="6464821" cy="6254508"/>
              </a:xfrm>
              <a:prstGeom prst="rect">
                <a:avLst/>
              </a:prstGeom>
            </p:spPr>
          </p:pic>
          <p:pic>
            <p:nvPicPr>
              <p:cNvPr id="43" name="Picture 42" descr="A diagram of a temperature&#10;&#10;AI-generated content may be incorrect.">
                <a:extLst>
                  <a:ext uri="{FF2B5EF4-FFF2-40B4-BE49-F238E27FC236}">
                    <a16:creationId xmlns:a16="http://schemas.microsoft.com/office/drawing/2014/main" id="{98B76365-8830-6AA6-5A7A-8FEE56FFAC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1427"/>
              <a:stretch>
                <a:fillRect/>
              </a:stretch>
            </p:blipFill>
            <p:spPr>
              <a:xfrm>
                <a:off x="13955467" y="0"/>
                <a:ext cx="5831368" cy="6254508"/>
              </a:xfrm>
              <a:prstGeom prst="rect">
                <a:avLst/>
              </a:prstGeom>
            </p:spPr>
          </p:pic>
          <p:pic>
            <p:nvPicPr>
              <p:cNvPr id="59" name="Picture 58" descr="A blue and red gradient with white text&#10;&#10;AI-generated content may be incorrect.">
                <a:extLst>
                  <a:ext uri="{FF2B5EF4-FFF2-40B4-BE49-F238E27FC236}">
                    <a16:creationId xmlns:a16="http://schemas.microsoft.com/office/drawing/2014/main" id="{F571F016-D059-B5A2-7D78-2BB28B7FBA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013" t="95257" r="12175"/>
              <a:stretch>
                <a:fillRect/>
              </a:stretch>
            </p:blipFill>
            <p:spPr>
              <a:xfrm>
                <a:off x="-3549650" y="5957888"/>
                <a:ext cx="254113" cy="296620"/>
              </a:xfrm>
              <a:prstGeom prst="rect">
                <a:avLst/>
              </a:prstGeom>
            </p:spPr>
          </p:pic>
          <p:pic>
            <p:nvPicPr>
              <p:cNvPr id="60" name="Picture 59" descr="A blue and red gradient with white text&#10;&#10;AI-generated content may be incorrect.">
                <a:extLst>
                  <a:ext uri="{FF2B5EF4-FFF2-40B4-BE49-F238E27FC236}">
                    <a16:creationId xmlns:a16="http://schemas.microsoft.com/office/drawing/2014/main" id="{80F81F0C-A694-7E4B-5D5D-0659FF3C7A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013" t="95257" r="12175"/>
              <a:stretch>
                <a:fillRect/>
              </a:stretch>
            </p:blipFill>
            <p:spPr>
              <a:xfrm>
                <a:off x="2226504" y="5955507"/>
                <a:ext cx="254113" cy="296620"/>
              </a:xfrm>
              <a:prstGeom prst="rect">
                <a:avLst/>
              </a:prstGeom>
            </p:spPr>
          </p:pic>
          <p:pic>
            <p:nvPicPr>
              <p:cNvPr id="61" name="Picture 60" descr="A blue and red gradient with white text&#10;&#10;AI-generated content may be incorrect.">
                <a:extLst>
                  <a:ext uri="{FF2B5EF4-FFF2-40B4-BE49-F238E27FC236}">
                    <a16:creationId xmlns:a16="http://schemas.microsoft.com/office/drawing/2014/main" id="{E41C4432-5B0F-1B1A-A1F1-A18162BF53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013" t="95257" r="12175"/>
              <a:stretch>
                <a:fillRect/>
              </a:stretch>
            </p:blipFill>
            <p:spPr>
              <a:xfrm>
                <a:off x="8003426" y="5955507"/>
                <a:ext cx="254113" cy="296620"/>
              </a:xfrm>
              <a:prstGeom prst="rect">
                <a:avLst/>
              </a:prstGeom>
            </p:spPr>
          </p:pic>
          <p:pic>
            <p:nvPicPr>
              <p:cNvPr id="66" name="Picture 65" descr="A blue and red gradient with white text&#10;&#10;AI-generated content may be incorrect.">
                <a:extLst>
                  <a:ext uri="{FF2B5EF4-FFF2-40B4-BE49-F238E27FC236}">
                    <a16:creationId xmlns:a16="http://schemas.microsoft.com/office/drawing/2014/main" id="{C770E9C4-5981-A53C-4A5F-C8C449E807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013" t="95257" r="12175"/>
              <a:stretch>
                <a:fillRect/>
              </a:stretch>
            </p:blipFill>
            <p:spPr>
              <a:xfrm>
                <a:off x="13781177" y="5957216"/>
                <a:ext cx="254113" cy="296620"/>
              </a:xfrm>
              <a:prstGeom prst="rect">
                <a:avLst/>
              </a:prstGeom>
            </p:spPr>
          </p:pic>
          <p:pic>
            <p:nvPicPr>
              <p:cNvPr id="67" name="Picture 66" descr="A chart of a temperature&#10;&#10;AI-generated content may be incorrect.">
                <a:extLst>
                  <a:ext uri="{FF2B5EF4-FFF2-40B4-BE49-F238E27FC236}">
                    <a16:creationId xmlns:a16="http://schemas.microsoft.com/office/drawing/2014/main" id="{5612A542-131A-1996-3A12-44C0EDC6B9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9370" b="4463"/>
              <a:stretch>
                <a:fillRect/>
              </a:stretch>
            </p:blipFill>
            <p:spPr>
              <a:xfrm>
                <a:off x="19733503" y="-7034"/>
                <a:ext cx="687237" cy="5975350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3332D087-5B46-0183-C467-6F73CD2F254F}"/>
                    </a:ext>
                  </a:extLst>
                </p:cNvPr>
                <p:cNvSpPr txBox="1"/>
                <p:nvPr/>
              </p:nvSpPr>
              <p:spPr>
                <a:xfrm>
                  <a:off x="-7439070" y="3649759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=1.1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3332D087-5B46-0183-C467-6F73CD2F25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439070" y="3649759"/>
                  <a:ext cx="2440947" cy="738663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D38BEC56-388E-8B8C-B17C-28924A66D408}"/>
                    </a:ext>
                  </a:extLst>
                </p:cNvPr>
                <p:cNvSpPr txBox="1"/>
                <p:nvPr/>
              </p:nvSpPr>
              <p:spPr>
                <a:xfrm>
                  <a:off x="-1664501" y="3649759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=1.2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D38BEC56-388E-8B8C-B17C-28924A66D4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664501" y="3649759"/>
                  <a:ext cx="2440947" cy="738663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E3E8145-B055-1730-46F8-56B5518F57D0}"/>
                    </a:ext>
                  </a:extLst>
                </p:cNvPr>
                <p:cNvSpPr txBox="1"/>
                <p:nvPr/>
              </p:nvSpPr>
              <p:spPr>
                <a:xfrm>
                  <a:off x="4138601" y="3649759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=1.3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E3E8145-B055-1730-46F8-56B5518F57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8601" y="3649759"/>
                  <a:ext cx="2440947" cy="738663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07315A0-40F8-E81D-78DD-AE0E4551F89C}"/>
                    </a:ext>
                  </a:extLst>
                </p:cNvPr>
                <p:cNvSpPr txBox="1"/>
                <p:nvPr/>
              </p:nvSpPr>
              <p:spPr>
                <a:xfrm>
                  <a:off x="9941980" y="3649759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=1.4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07315A0-40F8-E81D-78DD-AE0E4551F8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1980" y="3649759"/>
                  <a:ext cx="2440947" cy="738663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DD052A4A-B657-445C-392C-0678E6359D7A}"/>
                    </a:ext>
                  </a:extLst>
                </p:cNvPr>
                <p:cNvSpPr txBox="1"/>
                <p:nvPr/>
              </p:nvSpPr>
              <p:spPr>
                <a:xfrm>
                  <a:off x="15862749" y="3649759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=1.5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DD052A4A-B657-445C-392C-0678E6359D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62749" y="3649759"/>
                  <a:ext cx="2440947" cy="738663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ECD3ABB8-B55D-BE80-D504-5D5A4BC3B854}"/>
                    </a:ext>
                  </a:extLst>
                </p:cNvPr>
                <p:cNvSpPr txBox="1"/>
                <p:nvPr/>
              </p:nvSpPr>
              <p:spPr>
                <a:xfrm>
                  <a:off x="-6914642" y="4334979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ECD3ABB8-B55D-BE80-D504-5D5A4BC3B8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914642" y="4334979"/>
                  <a:ext cx="1425498" cy="738663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0C96798C-4497-7D15-3187-E76436A249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7375066" y="526311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6F691AEA-3DE8-7F3E-1716-4104066E57AC}"/>
                    </a:ext>
                  </a:extLst>
                </p:cNvPr>
                <p:cNvSpPr txBox="1"/>
                <p:nvPr/>
              </p:nvSpPr>
              <p:spPr>
                <a:xfrm>
                  <a:off x="-1109051" y="4334979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6F691AEA-3DE8-7F3E-1716-4104066E57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09051" y="4334979"/>
                  <a:ext cx="1425498" cy="738663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F6715E4C-3B46-F6C8-22F7-0BC2CE1F91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569475" y="526311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B35D2562-AF61-63C6-F09C-2FD047D16F83}"/>
                    </a:ext>
                  </a:extLst>
                </p:cNvPr>
                <p:cNvSpPr txBox="1"/>
                <p:nvPr/>
              </p:nvSpPr>
              <p:spPr>
                <a:xfrm>
                  <a:off x="4768981" y="4334979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B35D2562-AF61-63C6-F09C-2FD047D16F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8981" y="4334979"/>
                  <a:ext cx="1425498" cy="738663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A1A44F0B-5ED9-97A4-0651-871A261FE2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8557" y="526311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32E89D44-D7F5-4D11-7227-57599089BD1B}"/>
                    </a:ext>
                  </a:extLst>
                </p:cNvPr>
                <p:cNvSpPr txBox="1"/>
                <p:nvPr/>
              </p:nvSpPr>
              <p:spPr>
                <a:xfrm>
                  <a:off x="10497429" y="4334979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32E89D44-D7F5-4D11-7227-57599089BD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97429" y="4334979"/>
                  <a:ext cx="1425498" cy="738663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B719A5E4-5B81-F209-4A65-6E081E677F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37004" y="526311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255E10AA-A913-23C7-8990-996F7E9CEFA9}"/>
                    </a:ext>
                  </a:extLst>
                </p:cNvPr>
                <p:cNvSpPr txBox="1"/>
                <p:nvPr/>
              </p:nvSpPr>
              <p:spPr>
                <a:xfrm>
                  <a:off x="16428029" y="4334979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255E10AA-A913-23C7-8990-996F7E9CEF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28029" y="4334979"/>
                  <a:ext cx="1425498" cy="738663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08422804-88DC-56ED-9780-0072EFBB45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67603" y="526311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D33D72BD-9F8F-8967-1A8A-E523CC8E9401}"/>
                    </a:ext>
                  </a:extLst>
                </p:cNvPr>
                <p:cNvSpPr txBox="1"/>
                <p:nvPr/>
              </p:nvSpPr>
              <p:spPr>
                <a:xfrm>
                  <a:off x="-7434155" y="9790006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=1.6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D33D72BD-9F8F-8967-1A8A-E523CC8E94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434155" y="9790006"/>
                  <a:ext cx="2440947" cy="738663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7BAEF7F-214D-9571-EDE0-05EC2F1E7F50}"/>
                    </a:ext>
                  </a:extLst>
                </p:cNvPr>
                <p:cNvSpPr txBox="1"/>
                <p:nvPr/>
              </p:nvSpPr>
              <p:spPr>
                <a:xfrm>
                  <a:off x="-1659586" y="9790006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=1.7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7BAEF7F-214D-9571-EDE0-05EC2F1E7F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659586" y="9790006"/>
                  <a:ext cx="2440947" cy="738663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0CD8997-2AE9-BD65-ED92-854973EA6DCE}"/>
                    </a:ext>
                  </a:extLst>
                </p:cNvPr>
                <p:cNvSpPr txBox="1"/>
                <p:nvPr/>
              </p:nvSpPr>
              <p:spPr>
                <a:xfrm>
                  <a:off x="4143516" y="9790006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=1.8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0CD8997-2AE9-BD65-ED92-854973EA6D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3516" y="9790006"/>
                  <a:ext cx="2440947" cy="738663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73ED78D-0CC2-AF91-E866-F409CEAEF831}"/>
                    </a:ext>
                  </a:extLst>
                </p:cNvPr>
                <p:cNvSpPr txBox="1"/>
                <p:nvPr/>
              </p:nvSpPr>
              <p:spPr>
                <a:xfrm>
                  <a:off x="9946895" y="9790006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=1.9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73ED78D-0CC2-AF91-E866-F409CEAEF8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6895" y="9790006"/>
                  <a:ext cx="2440947" cy="738663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1CC4500-147B-C694-779F-8F777F7A1FC1}"/>
                    </a:ext>
                  </a:extLst>
                </p:cNvPr>
                <p:cNvSpPr txBox="1"/>
                <p:nvPr/>
              </p:nvSpPr>
              <p:spPr>
                <a:xfrm>
                  <a:off x="15867664" y="9790006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=2.0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1CC4500-147B-C694-779F-8F777F7A1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67664" y="9790006"/>
                  <a:ext cx="2440947" cy="738663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9E52070A-FBE0-B911-C2D9-5AEAD4663C52}"/>
                    </a:ext>
                  </a:extLst>
                </p:cNvPr>
                <p:cNvSpPr txBox="1"/>
                <p:nvPr/>
              </p:nvSpPr>
              <p:spPr>
                <a:xfrm>
                  <a:off x="-6909727" y="1047522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9E52070A-FBE0-B911-C2D9-5AEAD4663C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909727" y="10475226"/>
                  <a:ext cx="1425498" cy="738663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2F185A81-9753-B933-5A5A-378503C83832}"/>
                </a:ext>
              </a:extLst>
            </p:cNvPr>
            <p:cNvCxnSpPr>
              <a:cxnSpLocks/>
            </p:cNvCxnSpPr>
            <p:nvPr/>
          </p:nvCxnSpPr>
          <p:spPr>
            <a:xfrm>
              <a:off x="-7163672" y="11403363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B2DFD1C4-9FAC-133B-215C-008E9C7231A6}"/>
                    </a:ext>
                  </a:extLst>
                </p:cNvPr>
                <p:cNvSpPr txBox="1"/>
                <p:nvPr/>
              </p:nvSpPr>
              <p:spPr>
                <a:xfrm>
                  <a:off x="-1104136" y="1047522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B2DFD1C4-9FAC-133B-215C-008E9C7231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04136" y="10475226"/>
                  <a:ext cx="1425498" cy="738663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6FEF89A8-9C04-7027-3D24-14B396675E12}"/>
                </a:ext>
              </a:extLst>
            </p:cNvPr>
            <p:cNvCxnSpPr>
              <a:cxnSpLocks/>
            </p:cNvCxnSpPr>
            <p:nvPr/>
          </p:nvCxnSpPr>
          <p:spPr>
            <a:xfrm>
              <a:off x="-1358081" y="11403363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EF094AAD-5333-29A8-8F45-B0CB19CA5AB0}"/>
                    </a:ext>
                  </a:extLst>
                </p:cNvPr>
                <p:cNvSpPr txBox="1"/>
                <p:nvPr/>
              </p:nvSpPr>
              <p:spPr>
                <a:xfrm>
                  <a:off x="4773896" y="1047522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EF094AAD-5333-29A8-8F45-B0CB19CA5A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3896" y="10475226"/>
                  <a:ext cx="1425498" cy="738663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B495DCD3-6E03-3F6E-D02F-C909CAC98264}"/>
                </a:ext>
              </a:extLst>
            </p:cNvPr>
            <p:cNvCxnSpPr>
              <a:cxnSpLocks/>
            </p:cNvCxnSpPr>
            <p:nvPr/>
          </p:nvCxnSpPr>
          <p:spPr>
            <a:xfrm>
              <a:off x="4519951" y="11403363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D281A05F-F5B0-BD51-AE76-521A6CB15816}"/>
                    </a:ext>
                  </a:extLst>
                </p:cNvPr>
                <p:cNvSpPr txBox="1"/>
                <p:nvPr/>
              </p:nvSpPr>
              <p:spPr>
                <a:xfrm>
                  <a:off x="10502344" y="1047522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D281A05F-F5B0-BD51-AE76-521A6CB158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02344" y="10475226"/>
                  <a:ext cx="1425498" cy="738663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9483E538-63B1-7A5B-028E-66655A345C42}"/>
                </a:ext>
              </a:extLst>
            </p:cNvPr>
            <p:cNvCxnSpPr>
              <a:cxnSpLocks/>
            </p:cNvCxnSpPr>
            <p:nvPr/>
          </p:nvCxnSpPr>
          <p:spPr>
            <a:xfrm>
              <a:off x="10248398" y="11403363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0B639605-B800-7D77-7731-586E7C9EA166}"/>
                    </a:ext>
                  </a:extLst>
                </p:cNvPr>
                <p:cNvSpPr txBox="1"/>
                <p:nvPr/>
              </p:nvSpPr>
              <p:spPr>
                <a:xfrm>
                  <a:off x="16432944" y="1047522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0B639605-B800-7D77-7731-586E7C9EA1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32944" y="10475226"/>
                  <a:ext cx="1425498" cy="738663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A6EAB759-792F-B4BD-E0AE-BA84E171455E}"/>
                </a:ext>
              </a:extLst>
            </p:cNvPr>
            <p:cNvCxnSpPr>
              <a:cxnSpLocks/>
            </p:cNvCxnSpPr>
            <p:nvPr/>
          </p:nvCxnSpPr>
          <p:spPr>
            <a:xfrm>
              <a:off x="16178997" y="11403363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99786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5583D-84DC-1F38-AAC5-EB0DD4581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BCFE4C2-CF19-9D56-203E-5507899DDC05}"/>
              </a:ext>
            </a:extLst>
          </p:cNvPr>
          <p:cNvGrpSpPr/>
          <p:nvPr/>
        </p:nvGrpSpPr>
        <p:grpSpPr>
          <a:xfrm>
            <a:off x="9993635" y="12065863"/>
            <a:ext cx="21268289" cy="11192444"/>
            <a:chOff x="-21315605" y="-115315"/>
            <a:chExt cx="35447146" cy="18654074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B2AC984-926B-7A9E-5E01-9F09F43A4CDD}"/>
                </a:ext>
              </a:extLst>
            </p:cNvPr>
            <p:cNvGrpSpPr/>
            <p:nvPr/>
          </p:nvGrpSpPr>
          <p:grpSpPr>
            <a:xfrm>
              <a:off x="-21315605" y="-115315"/>
              <a:ext cx="35361860" cy="6254508"/>
              <a:chOff x="-24265283" y="592606"/>
              <a:chExt cx="35361860" cy="6254508"/>
            </a:xfrm>
          </p:grpSpPr>
          <p:pic>
            <p:nvPicPr>
              <p:cNvPr id="3" name="Picture 2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FFB1678A-ABA6-E691-9BC5-07EC0DEC80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4265283" y="592606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5" name="Picture 4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BA7EFB4C-C87A-0860-3770-EFED4F5D4A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8492798" y="592606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7" name="Picture 6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B63FE978-F5EB-5C89-1B2C-2935AA2801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2719261" y="592606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9" name="Picture 8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575C4758-B475-0117-CB69-D1F8F033A8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6942815" y="592606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11" name="Picture 10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538EF025-F8FC-613F-7EC0-A9D67DDAFA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169531" y="592606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13" name="Picture 12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1CE150D8-1554-BE43-4C27-E94235872E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0306"/>
              <a:stretch>
                <a:fillRect/>
              </a:stretch>
            </p:blipFill>
            <p:spPr>
              <a:xfrm>
                <a:off x="4605170" y="592606"/>
                <a:ext cx="5823118" cy="6254508"/>
              </a:xfrm>
              <a:prstGeom prst="rect">
                <a:avLst/>
              </a:prstGeom>
            </p:spPr>
          </p:pic>
          <p:pic>
            <p:nvPicPr>
              <p:cNvPr id="54" name="Picture 53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17CE2294-4A51-1FFD-C548-8C3F9791E3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9046" b="4623"/>
              <a:stretch>
                <a:fillRect/>
              </a:stretch>
            </p:blipFill>
            <p:spPr>
              <a:xfrm>
                <a:off x="10385414" y="592606"/>
                <a:ext cx="711163" cy="5965357"/>
              </a:xfrm>
              <a:prstGeom prst="rect">
                <a:avLst/>
              </a:prstGeom>
            </p:spPr>
          </p:pic>
          <p:pic>
            <p:nvPicPr>
              <p:cNvPr id="58" name="Picture 57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7030F568-D244-FB09-8208-5D0349CDAF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18757900" y="6548665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59" name="Picture 58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A0153876-ECB6-5BC6-8C59-5CB3717EE7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12985415" y="6548665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60" name="Picture 59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F53065B6-4370-4CBE-CC45-771544C9F3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7209755" y="6548665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61" name="Picture 60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82AA2E6C-9113-CD7B-1AEE-38FA6309B1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1436218" y="6548665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62" name="Picture 61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34F37F3A-D261-2611-6815-C0118EB85D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4337053" y="6548438"/>
                <a:ext cx="320675" cy="298449"/>
              </a:xfrm>
              <a:prstGeom prst="rect">
                <a:avLst/>
              </a:prstGeom>
            </p:spPr>
          </p:pic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2C08753-AEC4-755B-9B7C-79DD5E3C6C40}"/>
                </a:ext>
              </a:extLst>
            </p:cNvPr>
            <p:cNvGrpSpPr/>
            <p:nvPr/>
          </p:nvGrpSpPr>
          <p:grpSpPr>
            <a:xfrm>
              <a:off x="-21315605" y="6073730"/>
              <a:ext cx="35447146" cy="6256892"/>
              <a:chOff x="-23839708" y="7220007"/>
              <a:chExt cx="35447146" cy="6256892"/>
            </a:xfrm>
          </p:grpSpPr>
          <p:pic>
            <p:nvPicPr>
              <p:cNvPr id="15" name="Picture 14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75B2B6A1-5221-F347-0A57-A854A396B6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3839708" y="7220007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17" name="Picture 16" descr="A colorful gradient of a square&#10;&#10;AI-generated content may be incorrect.">
                <a:extLst>
                  <a:ext uri="{FF2B5EF4-FFF2-40B4-BE49-F238E27FC236}">
                    <a16:creationId xmlns:a16="http://schemas.microsoft.com/office/drawing/2014/main" id="{04C2938F-184D-E437-9EBA-05F0A78837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8066606" y="7220007"/>
                <a:ext cx="6574549" cy="6254508"/>
              </a:xfrm>
              <a:prstGeom prst="rect">
                <a:avLst/>
              </a:prstGeom>
            </p:spPr>
          </p:pic>
          <p:pic>
            <p:nvPicPr>
              <p:cNvPr id="19" name="Picture 18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6FA3D056-328B-FD71-C6FD-72BA9C8548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2293119" y="7220007"/>
                <a:ext cx="6574549" cy="6254508"/>
              </a:xfrm>
              <a:prstGeom prst="rect">
                <a:avLst/>
              </a:prstGeom>
            </p:spPr>
          </p:pic>
          <p:pic>
            <p:nvPicPr>
              <p:cNvPr id="21" name="Picture 20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75563390-6C18-78BF-D772-4C436A639A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6517262" y="7220007"/>
                <a:ext cx="6574549" cy="6254508"/>
              </a:xfrm>
              <a:prstGeom prst="rect">
                <a:avLst/>
              </a:prstGeom>
            </p:spPr>
          </p:pic>
          <p:pic>
            <p:nvPicPr>
              <p:cNvPr id="23" name="Picture 22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A657F854-E42D-7EB5-8158-ACDC2AAE7E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742557" y="7220007"/>
                <a:ext cx="6574549" cy="6254508"/>
              </a:xfrm>
              <a:prstGeom prst="rect">
                <a:avLst/>
              </a:prstGeom>
            </p:spPr>
          </p:pic>
          <p:pic>
            <p:nvPicPr>
              <p:cNvPr id="25" name="Picture 24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7C5B6C4F-89D5-3F2D-F5EE-A58197B7A5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32156" y="7220007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52" name="Picture 51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F7B2DC21-7FDC-7ADD-11BD-A33ADDE1BE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774"/>
              <a:stretch>
                <a:fillRect/>
              </a:stretch>
            </p:blipFill>
            <p:spPr>
              <a:xfrm>
                <a:off x="10803634" y="7220007"/>
                <a:ext cx="803804" cy="6254508"/>
              </a:xfrm>
              <a:prstGeom prst="rect">
                <a:avLst/>
              </a:prstGeom>
            </p:spPr>
          </p:pic>
          <p:pic>
            <p:nvPicPr>
              <p:cNvPr id="63" name="Picture 62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B3B67DFC-5683-AAF0-CF3A-2011EE02D9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18331404" y="13176066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64" name="Picture 63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B6EC6F31-D5A0-53BB-A6AD-0BBDFD16DF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12558302" y="13178449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65" name="Picture 64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AD11D475-068C-8802-3142-A6BB6DA149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6785200" y="13178450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66" name="Picture 65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6B64AD1E-91B1-2B68-A86F-C1740FF27E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1009717" y="13178450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67" name="Picture 66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0F3E9417-95B3-3018-4C3E-0AAB9F129B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4763385" y="13177654"/>
                <a:ext cx="320675" cy="298449"/>
              </a:xfrm>
              <a:prstGeom prst="rect">
                <a:avLst/>
              </a:prstGeom>
            </p:spPr>
          </p:pic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3528721-E80B-C6DC-2905-858AB01A0659}"/>
                </a:ext>
              </a:extLst>
            </p:cNvPr>
            <p:cNvGrpSpPr/>
            <p:nvPr/>
          </p:nvGrpSpPr>
          <p:grpSpPr>
            <a:xfrm>
              <a:off x="-21315605" y="12283022"/>
              <a:ext cx="35373181" cy="6255737"/>
              <a:chOff x="-23351040" y="14141322"/>
              <a:chExt cx="35373181" cy="6255737"/>
            </a:xfrm>
          </p:grpSpPr>
          <p:pic>
            <p:nvPicPr>
              <p:cNvPr id="27" name="Picture 26" descr="A colorful graph with numbers&#10;&#10;AI-generated content may be incorrect.">
                <a:extLst>
                  <a:ext uri="{FF2B5EF4-FFF2-40B4-BE49-F238E27FC236}">
                    <a16:creationId xmlns:a16="http://schemas.microsoft.com/office/drawing/2014/main" id="{C71BE1A0-2549-4067-CBB0-589DEA4663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3351040" y="14141322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29" name="Picture 28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D8CD8B7F-BA91-612F-107C-51A0FBD450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7575396" y="14141322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32" name="Picture 31" descr="A colorful graph of a graph&#10;&#10;AI-generated content may be incorrect.">
                <a:extLst>
                  <a:ext uri="{FF2B5EF4-FFF2-40B4-BE49-F238E27FC236}">
                    <a16:creationId xmlns:a16="http://schemas.microsoft.com/office/drawing/2014/main" id="{D85A17BE-F822-E061-CB80-47A5765CA0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1798283" y="14141322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34" name="Picture 33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70F11E2D-0269-B8C0-8173-445A291D31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6022830" y="14141322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38" name="Picture 37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ED9C98D7-F4D5-695E-FC45-AF7056DC96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48152" y="14141322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42" name="Picture 41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618E8102-C789-A4F3-03B5-876C58BA5F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27305" y="14141322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56" name="Picture 55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9886F57D-D8DB-2EE1-76B0-4525776DFD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899"/>
              <a:stretch>
                <a:fillRect/>
              </a:stretch>
            </p:blipFill>
            <p:spPr>
              <a:xfrm>
                <a:off x="11301398" y="14141322"/>
                <a:ext cx="720743" cy="6254508"/>
              </a:xfrm>
              <a:prstGeom prst="rect">
                <a:avLst/>
              </a:prstGeom>
            </p:spPr>
          </p:pic>
          <p:pic>
            <p:nvPicPr>
              <p:cNvPr id="70" name="Picture 69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2CF532A8-9039-D289-5309-5740A34573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17845088" y="20098364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71" name="Picture 70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01EEF949-6E87-EFC0-6C30-A3218ED729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12067063" y="20098367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72" name="Picture 71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8EE43DF3-1DFA-AFD9-E85E-AEDDD37682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6291419" y="20098364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73" name="Picture 72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BDFD94F0-6F35-6736-1B22-EEF48CCDB1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515775" y="20098184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74" name="Picture 73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FF5A40BC-1008-6058-4845-2683C9772D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5259678" y="20098610"/>
                <a:ext cx="320675" cy="298449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EF0D7B35-FDF7-0FAD-A943-F98A60604FD5}"/>
                    </a:ext>
                  </a:extLst>
                </p:cNvPr>
                <p:cNvSpPr txBox="1"/>
                <p:nvPr/>
              </p:nvSpPr>
              <p:spPr>
                <a:xfrm>
                  <a:off x="-19070603" y="3370193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EF0D7B35-FDF7-0FAD-A943-F98A60604F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070603" y="3370193"/>
                  <a:ext cx="1425498" cy="738663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EF62B73F-6FCA-DA38-2080-2A10BC9AE4D7}"/>
                    </a:ext>
                  </a:extLst>
                </p:cNvPr>
                <p:cNvSpPr txBox="1"/>
                <p:nvPr/>
              </p:nvSpPr>
              <p:spPr>
                <a:xfrm>
                  <a:off x="-19514625" y="2095040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=0.5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EF62B73F-6FCA-DA38-2080-2A10BC9AE4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514625" y="2095040"/>
                  <a:ext cx="2440947" cy="738663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6EDF5A3A-D90D-6609-9EE4-C94BAB075C43}"/>
                    </a:ext>
                  </a:extLst>
                </p:cNvPr>
                <p:cNvSpPr txBox="1"/>
                <p:nvPr/>
              </p:nvSpPr>
              <p:spPr>
                <a:xfrm>
                  <a:off x="-13844789" y="2095040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=0.6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6EDF5A3A-D90D-6609-9EE4-C94BAB075C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844789" y="2095040"/>
                  <a:ext cx="2440947" cy="738663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B957B99D-C97E-EE53-3347-E492626EEC74}"/>
                    </a:ext>
                  </a:extLst>
                </p:cNvPr>
                <p:cNvSpPr txBox="1"/>
                <p:nvPr/>
              </p:nvSpPr>
              <p:spPr>
                <a:xfrm>
                  <a:off x="-8070213" y="2095040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=0.7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B957B99D-C97E-EE53-3347-E492626EEC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070213" y="2095040"/>
                  <a:ext cx="2440947" cy="738663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4073D7B-0329-0B02-015F-FF0581DF73FA}"/>
                    </a:ext>
                  </a:extLst>
                </p:cNvPr>
                <p:cNvSpPr txBox="1"/>
                <p:nvPr/>
              </p:nvSpPr>
              <p:spPr>
                <a:xfrm>
                  <a:off x="-2267116" y="2095040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=0.8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4073D7B-0329-0B02-015F-FF0581DF73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267116" y="2095040"/>
                  <a:ext cx="2440947" cy="738663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F6E96DF2-1CB7-4BB6-1F9F-3659345B8EEE}"/>
                    </a:ext>
                  </a:extLst>
                </p:cNvPr>
                <p:cNvSpPr txBox="1"/>
                <p:nvPr/>
              </p:nvSpPr>
              <p:spPr>
                <a:xfrm>
                  <a:off x="3536263" y="2095040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=0.9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F6E96DF2-1CB7-4BB6-1F9F-3659345B8E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263" y="2095040"/>
                  <a:ext cx="2440947" cy="738663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ADC7F2A7-EAFD-CEFA-24B2-D5D4648AE319}"/>
                    </a:ext>
                  </a:extLst>
                </p:cNvPr>
                <p:cNvSpPr txBox="1"/>
                <p:nvPr/>
              </p:nvSpPr>
              <p:spPr>
                <a:xfrm>
                  <a:off x="9457035" y="2095040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=1.0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ADC7F2A7-EAFD-CEFA-24B2-D5D4648AE3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7035" y="2095040"/>
                  <a:ext cx="2440947" cy="738663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CECEE54A-DF5A-12E2-A1B9-666E419D587C}"/>
                    </a:ext>
                  </a:extLst>
                </p:cNvPr>
                <p:cNvSpPr txBox="1"/>
                <p:nvPr/>
              </p:nvSpPr>
              <p:spPr>
                <a:xfrm>
                  <a:off x="-19509710" y="8353274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=1.0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CECEE54A-DF5A-12E2-A1B9-666E419D58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509710" y="8353274"/>
                  <a:ext cx="2440947" cy="738663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045A56BA-952C-4557-C865-A1C9149BEDBE}"/>
                    </a:ext>
                  </a:extLst>
                </p:cNvPr>
                <p:cNvSpPr txBox="1"/>
                <p:nvPr/>
              </p:nvSpPr>
              <p:spPr>
                <a:xfrm>
                  <a:off x="-13839874" y="8353274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=1.1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045A56BA-952C-4557-C865-A1C9149BED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839874" y="8353274"/>
                  <a:ext cx="2440947" cy="738663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EDEB75BE-9B05-87DB-89FA-912B97B704E4}"/>
                    </a:ext>
                  </a:extLst>
                </p:cNvPr>
                <p:cNvSpPr txBox="1"/>
                <p:nvPr/>
              </p:nvSpPr>
              <p:spPr>
                <a:xfrm>
                  <a:off x="-8065298" y="8353274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=1.2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EDEB75BE-9B05-87DB-89FA-912B97B704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065298" y="8353274"/>
                  <a:ext cx="2440947" cy="738663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7EB3EC40-13F1-D1A4-1D40-32FA00B98317}"/>
                    </a:ext>
                  </a:extLst>
                </p:cNvPr>
                <p:cNvSpPr txBox="1"/>
                <p:nvPr/>
              </p:nvSpPr>
              <p:spPr>
                <a:xfrm>
                  <a:off x="-2262201" y="8353274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=1.3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7EB3EC40-13F1-D1A4-1D40-32FA00B98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262201" y="8353274"/>
                  <a:ext cx="2440947" cy="738663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C57CE731-DE0A-B65E-FFB0-9ABBE9F16106}"/>
                    </a:ext>
                  </a:extLst>
                </p:cNvPr>
                <p:cNvSpPr txBox="1"/>
                <p:nvPr/>
              </p:nvSpPr>
              <p:spPr>
                <a:xfrm>
                  <a:off x="3541178" y="8353274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=1.4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C57CE731-DE0A-B65E-FFB0-9ABBE9F161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1178" y="8353274"/>
                  <a:ext cx="2440947" cy="738663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CFA785FD-511B-3D95-3820-5AEF8BAC22BE}"/>
                    </a:ext>
                  </a:extLst>
                </p:cNvPr>
                <p:cNvSpPr txBox="1"/>
                <p:nvPr/>
              </p:nvSpPr>
              <p:spPr>
                <a:xfrm>
                  <a:off x="9461950" y="8353274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=1.5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CFA785FD-511B-3D95-3820-5AEF8BAC22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1950" y="8353274"/>
                  <a:ext cx="2440947" cy="738663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2B7592D3-2715-A7BC-94EF-E5911EE5D5AF}"/>
                    </a:ext>
                  </a:extLst>
                </p:cNvPr>
                <p:cNvSpPr txBox="1"/>
                <p:nvPr/>
              </p:nvSpPr>
              <p:spPr>
                <a:xfrm>
                  <a:off x="-19504795" y="14582011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=1.5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2B7592D3-2715-A7BC-94EF-E5911EE5D5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504795" y="14582011"/>
                  <a:ext cx="2440947" cy="738663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5D147F9-1C47-920E-DEE2-73589786DBBB}"/>
                    </a:ext>
                  </a:extLst>
                </p:cNvPr>
                <p:cNvSpPr txBox="1"/>
                <p:nvPr/>
              </p:nvSpPr>
              <p:spPr>
                <a:xfrm>
                  <a:off x="-13834959" y="14582011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=1.6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5D147F9-1C47-920E-DEE2-73589786DB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834959" y="14582011"/>
                  <a:ext cx="2440947" cy="738663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A1A41CD-F84A-A13B-262E-006D9A21E9E1}"/>
                    </a:ext>
                  </a:extLst>
                </p:cNvPr>
                <p:cNvSpPr txBox="1"/>
                <p:nvPr/>
              </p:nvSpPr>
              <p:spPr>
                <a:xfrm>
                  <a:off x="-8060383" y="14582011"/>
                  <a:ext cx="2302020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8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88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8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=1.</m:t>
                      </m:r>
                    </m:oMath>
                  </a14:m>
                  <a:r>
                    <a:rPr lang="en-US" sz="2880" dirty="0">
                      <a:solidFill>
                        <a:schemeClr val="bg1"/>
                      </a:solidFill>
                    </a:rPr>
                    <a:t>7</a:t>
                  </a:r>
                </a:p>
              </p:txBody>
            </p:sp>
          </mc:Choice>
          <mc:Fallback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A1A41CD-F84A-A13B-262E-006D9A21E9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060383" y="14582011"/>
                  <a:ext cx="2302020" cy="738663"/>
                </a:xfrm>
                <a:prstGeom prst="rect">
                  <a:avLst/>
                </a:prstGeom>
                <a:blipFill>
                  <a:blip r:embed="rId35"/>
                  <a:stretch>
                    <a:fillRect t="-24658" r="-14978" b="-493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EFC277EB-F949-D4A8-B4BC-9D489C224787}"/>
                    </a:ext>
                  </a:extLst>
                </p:cNvPr>
                <p:cNvSpPr txBox="1"/>
                <p:nvPr/>
              </p:nvSpPr>
              <p:spPr>
                <a:xfrm>
                  <a:off x="-2257286" y="14582011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=1.8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EFC277EB-F949-D4A8-B4BC-9D489C2247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257286" y="14582011"/>
                  <a:ext cx="2440947" cy="738663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5327EA2-EE2F-5C0D-AD86-CFFB01863D6E}"/>
                    </a:ext>
                  </a:extLst>
                </p:cNvPr>
                <p:cNvSpPr txBox="1"/>
                <p:nvPr/>
              </p:nvSpPr>
              <p:spPr>
                <a:xfrm>
                  <a:off x="3546093" y="14582011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=1.9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5327EA2-EE2F-5C0D-AD86-CFFB01863D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6093" y="14582011"/>
                  <a:ext cx="2440947" cy="738663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E649133-2B46-B7B6-E8EE-013D32CC98A5}"/>
                    </a:ext>
                  </a:extLst>
                </p:cNvPr>
                <p:cNvSpPr txBox="1"/>
                <p:nvPr/>
              </p:nvSpPr>
              <p:spPr>
                <a:xfrm>
                  <a:off x="9466865" y="14582011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=2.0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E649133-2B46-B7B6-E8EE-013D32CC98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6865" y="14582011"/>
                  <a:ext cx="2440947" cy="738663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B9C34957-8C0D-CA8A-ABAC-C62E2D413433}"/>
                </a:ext>
              </a:extLst>
            </p:cNvPr>
            <p:cNvCxnSpPr>
              <a:cxnSpLocks/>
            </p:cNvCxnSpPr>
            <p:nvPr/>
          </p:nvCxnSpPr>
          <p:spPr>
            <a:xfrm>
              <a:off x="-19383541" y="4298331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7F35D756-2BEF-A380-A5C2-4324044B3E04}"/>
                    </a:ext>
                  </a:extLst>
                </p:cNvPr>
                <p:cNvSpPr txBox="1"/>
                <p:nvPr/>
              </p:nvSpPr>
              <p:spPr>
                <a:xfrm>
                  <a:off x="-13320357" y="3370193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7F35D756-2BEF-A380-A5C2-4324044B3E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320357" y="3370193"/>
                  <a:ext cx="1425498" cy="738663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51AE88D0-AD14-5FF6-2819-37200FF5C640}"/>
                </a:ext>
              </a:extLst>
            </p:cNvPr>
            <p:cNvCxnSpPr>
              <a:cxnSpLocks/>
            </p:cNvCxnSpPr>
            <p:nvPr/>
          </p:nvCxnSpPr>
          <p:spPr>
            <a:xfrm>
              <a:off x="-13633296" y="4298331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9E88438A-FD21-58D4-EDE4-95850B6C4C35}"/>
                    </a:ext>
                  </a:extLst>
                </p:cNvPr>
                <p:cNvSpPr txBox="1"/>
                <p:nvPr/>
              </p:nvSpPr>
              <p:spPr>
                <a:xfrm>
                  <a:off x="-7514766" y="3370193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9E88438A-FD21-58D4-EDE4-95850B6C4C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514766" y="3370193"/>
                  <a:ext cx="1425498" cy="738663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28E8E948-80A2-3371-5C76-F8AC7F242F3C}"/>
                </a:ext>
              </a:extLst>
            </p:cNvPr>
            <p:cNvCxnSpPr>
              <a:cxnSpLocks/>
            </p:cNvCxnSpPr>
            <p:nvPr/>
          </p:nvCxnSpPr>
          <p:spPr>
            <a:xfrm>
              <a:off x="-7827705" y="4298331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E6AE6F0C-813F-4399-29BF-3B1E0A6D1D34}"/>
                    </a:ext>
                  </a:extLst>
                </p:cNvPr>
                <p:cNvSpPr txBox="1"/>
                <p:nvPr/>
              </p:nvSpPr>
              <p:spPr>
                <a:xfrm>
                  <a:off x="-1636733" y="3370193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E6AE6F0C-813F-4399-29BF-3B1E0A6D1D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636733" y="3370193"/>
                  <a:ext cx="1425498" cy="738663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2D0EFB60-1746-5439-AC0F-3712939F1C64}"/>
                </a:ext>
              </a:extLst>
            </p:cNvPr>
            <p:cNvCxnSpPr>
              <a:cxnSpLocks/>
            </p:cNvCxnSpPr>
            <p:nvPr/>
          </p:nvCxnSpPr>
          <p:spPr>
            <a:xfrm>
              <a:off x="-1949673" y="4298331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C3E94ADC-36B9-7800-BB2B-1426A9F667C2}"/>
                    </a:ext>
                  </a:extLst>
                </p:cNvPr>
                <p:cNvSpPr txBox="1"/>
                <p:nvPr/>
              </p:nvSpPr>
              <p:spPr>
                <a:xfrm>
                  <a:off x="4091713" y="3370193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C3E94ADC-36B9-7800-BB2B-1426A9F667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1713" y="3370193"/>
                  <a:ext cx="1425498" cy="738663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B4B765C6-382F-F499-7C0C-9271172743EB}"/>
                </a:ext>
              </a:extLst>
            </p:cNvPr>
            <p:cNvCxnSpPr>
              <a:cxnSpLocks/>
            </p:cNvCxnSpPr>
            <p:nvPr/>
          </p:nvCxnSpPr>
          <p:spPr>
            <a:xfrm>
              <a:off x="3778774" y="4298331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9B66AB69-E608-ACEA-D99F-2BFE9F131D2C}"/>
                    </a:ext>
                  </a:extLst>
                </p:cNvPr>
                <p:cNvSpPr txBox="1"/>
                <p:nvPr/>
              </p:nvSpPr>
              <p:spPr>
                <a:xfrm>
                  <a:off x="10022315" y="3370193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9B66AB69-E608-ACEA-D99F-2BFE9F131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2315" y="3370193"/>
                  <a:ext cx="1425498" cy="738663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4D9FCF3F-2BFB-F6BE-1E91-A15CF363A434}"/>
                </a:ext>
              </a:extLst>
            </p:cNvPr>
            <p:cNvCxnSpPr>
              <a:cxnSpLocks/>
            </p:cNvCxnSpPr>
            <p:nvPr/>
          </p:nvCxnSpPr>
          <p:spPr>
            <a:xfrm>
              <a:off x="9709373" y="4298331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54D2F6FF-D6C2-E369-99DA-075B9FD7283B}"/>
                    </a:ext>
                  </a:extLst>
                </p:cNvPr>
                <p:cNvSpPr txBox="1"/>
                <p:nvPr/>
              </p:nvSpPr>
              <p:spPr>
                <a:xfrm>
                  <a:off x="-19065688" y="1582275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54D2F6FF-D6C2-E369-99DA-075B9FD728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065688" y="15822756"/>
                  <a:ext cx="1425498" cy="738663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E33FD9EC-AB76-429C-51D8-8C6901063209}"/>
                </a:ext>
              </a:extLst>
            </p:cNvPr>
            <p:cNvCxnSpPr>
              <a:cxnSpLocks/>
            </p:cNvCxnSpPr>
            <p:nvPr/>
          </p:nvCxnSpPr>
          <p:spPr>
            <a:xfrm>
              <a:off x="-19378626" y="16750895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F9889DB2-F750-70EE-90D7-673C598D90C5}"/>
                    </a:ext>
                  </a:extLst>
                </p:cNvPr>
                <p:cNvSpPr txBox="1"/>
                <p:nvPr/>
              </p:nvSpPr>
              <p:spPr>
                <a:xfrm>
                  <a:off x="-13315442" y="1582275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F9889DB2-F750-70EE-90D7-673C598D90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315442" y="15822756"/>
                  <a:ext cx="1425498" cy="738663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F841BFB7-1090-57F3-BE38-A022DCAB33DF}"/>
                </a:ext>
              </a:extLst>
            </p:cNvPr>
            <p:cNvCxnSpPr>
              <a:cxnSpLocks/>
            </p:cNvCxnSpPr>
            <p:nvPr/>
          </p:nvCxnSpPr>
          <p:spPr>
            <a:xfrm>
              <a:off x="-13628381" y="16750895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3297633D-EAE7-B5A7-5812-5AB9C3543513}"/>
                    </a:ext>
                  </a:extLst>
                </p:cNvPr>
                <p:cNvSpPr txBox="1"/>
                <p:nvPr/>
              </p:nvSpPr>
              <p:spPr>
                <a:xfrm>
                  <a:off x="-7509851" y="1582275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3297633D-EAE7-B5A7-5812-5AB9C35435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509851" y="15822756"/>
                  <a:ext cx="1425498" cy="738663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D1162851-52E1-95CE-BA13-2E0091BADEB2}"/>
                </a:ext>
              </a:extLst>
            </p:cNvPr>
            <p:cNvCxnSpPr>
              <a:cxnSpLocks/>
            </p:cNvCxnSpPr>
            <p:nvPr/>
          </p:nvCxnSpPr>
          <p:spPr>
            <a:xfrm>
              <a:off x="-7822790" y="16750895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1F1FE7F4-633F-0043-738F-6986BEFA1E1F}"/>
                    </a:ext>
                  </a:extLst>
                </p:cNvPr>
                <p:cNvSpPr txBox="1"/>
                <p:nvPr/>
              </p:nvSpPr>
              <p:spPr>
                <a:xfrm>
                  <a:off x="-1631818" y="1582275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1F1FE7F4-633F-0043-738F-6986BEFA1E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631818" y="15822756"/>
                  <a:ext cx="1425498" cy="738663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79A47403-185B-6145-39B7-955F076A14FB}"/>
                </a:ext>
              </a:extLst>
            </p:cNvPr>
            <p:cNvCxnSpPr>
              <a:cxnSpLocks/>
            </p:cNvCxnSpPr>
            <p:nvPr/>
          </p:nvCxnSpPr>
          <p:spPr>
            <a:xfrm>
              <a:off x="-1944758" y="16750895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7F5E916A-09E3-BAD0-EB8F-9E1FC0497898}"/>
                    </a:ext>
                  </a:extLst>
                </p:cNvPr>
                <p:cNvSpPr txBox="1"/>
                <p:nvPr/>
              </p:nvSpPr>
              <p:spPr>
                <a:xfrm>
                  <a:off x="4096628" y="1582275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7F5E916A-09E3-BAD0-EB8F-9E1FC04978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6628" y="15822756"/>
                  <a:ext cx="1425498" cy="738663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2F3DB18F-6C46-AB66-01D8-E157A64EB4FC}"/>
                </a:ext>
              </a:extLst>
            </p:cNvPr>
            <p:cNvCxnSpPr>
              <a:cxnSpLocks/>
            </p:cNvCxnSpPr>
            <p:nvPr/>
          </p:nvCxnSpPr>
          <p:spPr>
            <a:xfrm>
              <a:off x="3783689" y="16750895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74095E08-5AD9-AA37-3C54-6FB5CEF73945}"/>
                    </a:ext>
                  </a:extLst>
                </p:cNvPr>
                <p:cNvSpPr txBox="1"/>
                <p:nvPr/>
              </p:nvSpPr>
              <p:spPr>
                <a:xfrm>
                  <a:off x="10027230" y="1582275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74095E08-5AD9-AA37-3C54-6FB5CEF739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7230" y="15822756"/>
                  <a:ext cx="1425498" cy="738663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F7F6E03A-0DD3-7494-D978-81856CDCDD09}"/>
                </a:ext>
              </a:extLst>
            </p:cNvPr>
            <p:cNvCxnSpPr>
              <a:cxnSpLocks/>
            </p:cNvCxnSpPr>
            <p:nvPr/>
          </p:nvCxnSpPr>
          <p:spPr>
            <a:xfrm>
              <a:off x="9714288" y="16750895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8B2F5086-D0EC-CBCB-4A3A-84F9E8F5D78E}"/>
                    </a:ext>
                  </a:extLst>
                </p:cNvPr>
                <p:cNvSpPr txBox="1"/>
                <p:nvPr/>
              </p:nvSpPr>
              <p:spPr>
                <a:xfrm>
                  <a:off x="-19065688" y="9628425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8B2F5086-D0EC-CBCB-4A3A-84F9E8F5D7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065688" y="9628425"/>
                  <a:ext cx="1425498" cy="738663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7AD8731C-5920-4A83-5881-8CCCB7A15E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9526111" y="1055656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83B189D3-4075-B883-BEC7-7E94CF6C807A}"/>
                    </a:ext>
                  </a:extLst>
                </p:cNvPr>
                <p:cNvSpPr txBox="1"/>
                <p:nvPr/>
              </p:nvSpPr>
              <p:spPr>
                <a:xfrm>
                  <a:off x="-13315442" y="9628425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83B189D3-4075-B883-BEC7-7E94CF6C80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315442" y="9628425"/>
                  <a:ext cx="1425498" cy="738663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C883513F-ED0B-E132-F501-07961D050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3775866" y="1055656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84FD571A-F522-1DA1-2E36-B1946DD12D2A}"/>
                    </a:ext>
                  </a:extLst>
                </p:cNvPr>
                <p:cNvSpPr txBox="1"/>
                <p:nvPr/>
              </p:nvSpPr>
              <p:spPr>
                <a:xfrm>
                  <a:off x="-7509851" y="9628425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84FD571A-F522-1DA1-2E36-B1946DD12D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509851" y="9628425"/>
                  <a:ext cx="1425498" cy="738663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1F480E3-4838-9C5B-B49C-E32C3FF1F1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7970275" y="1055656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553A4BE6-24F6-BAB0-B4E5-716EB7196DFE}"/>
                    </a:ext>
                  </a:extLst>
                </p:cNvPr>
                <p:cNvSpPr txBox="1"/>
                <p:nvPr/>
              </p:nvSpPr>
              <p:spPr>
                <a:xfrm>
                  <a:off x="-1631818" y="9628425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553A4BE6-24F6-BAB0-B4E5-716EB7196D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631818" y="9628425"/>
                  <a:ext cx="1425498" cy="738663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ACD7109F-9B8B-385B-350C-E0C63A5A0B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092243" y="1055656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4300E20A-778A-2DCA-225D-F3F1F06236F6}"/>
                    </a:ext>
                  </a:extLst>
                </p:cNvPr>
                <p:cNvSpPr txBox="1"/>
                <p:nvPr/>
              </p:nvSpPr>
              <p:spPr>
                <a:xfrm>
                  <a:off x="4096628" y="9628425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4300E20A-778A-2DCA-225D-F3F1F06236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6628" y="9628425"/>
                  <a:ext cx="1425498" cy="738663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7C27F05-C10A-1CB3-637C-FDB3593F86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6204" y="1055656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60796E43-4E49-22EF-30A4-088CF1E7448F}"/>
                    </a:ext>
                  </a:extLst>
                </p:cNvPr>
                <p:cNvSpPr txBox="1"/>
                <p:nvPr/>
              </p:nvSpPr>
              <p:spPr>
                <a:xfrm>
                  <a:off x="10027230" y="9628425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60796E43-4E49-22EF-30A4-088CF1E744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7230" y="9628425"/>
                  <a:ext cx="1425498" cy="738663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A6BB6681-9104-DBE4-6780-03C6AFF625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66803" y="1055656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93500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roup 229">
            <a:extLst>
              <a:ext uri="{FF2B5EF4-FFF2-40B4-BE49-F238E27FC236}">
                <a16:creationId xmlns:a16="http://schemas.microsoft.com/office/drawing/2014/main" id="{955D35FC-5E28-E850-886B-D760A0D2082B}"/>
              </a:ext>
            </a:extLst>
          </p:cNvPr>
          <p:cNvGrpSpPr/>
          <p:nvPr/>
        </p:nvGrpSpPr>
        <p:grpSpPr>
          <a:xfrm>
            <a:off x="9779299" y="2325644"/>
            <a:ext cx="33734230" cy="18120074"/>
            <a:chOff x="-7480011" y="3699483"/>
            <a:chExt cx="56223716" cy="30200124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6E97444B-59F9-59BF-9BA4-DB25BC658E0E}"/>
                </a:ext>
              </a:extLst>
            </p:cNvPr>
            <p:cNvGrpSpPr/>
            <p:nvPr/>
          </p:nvGrpSpPr>
          <p:grpSpPr>
            <a:xfrm>
              <a:off x="-6259640" y="4891431"/>
              <a:ext cx="55003345" cy="29008176"/>
              <a:chOff x="-6259640" y="4891431"/>
              <a:chExt cx="55003345" cy="29008176"/>
            </a:xfrm>
          </p:grpSpPr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4D4E0F2B-2D2D-073C-D11B-996C58F3928E}"/>
                  </a:ext>
                </a:extLst>
              </p:cNvPr>
              <p:cNvGrpSpPr/>
              <p:nvPr/>
            </p:nvGrpSpPr>
            <p:grpSpPr>
              <a:xfrm>
                <a:off x="-6259640" y="4891431"/>
                <a:ext cx="54920044" cy="29008176"/>
                <a:chOff x="-6259640" y="4891431"/>
                <a:chExt cx="54920044" cy="29008176"/>
              </a:xfrm>
            </p:grpSpPr>
            <p:pic>
              <p:nvPicPr>
                <p:cNvPr id="97" name="Picture 96" descr="A blue and yellow gradient&#10;&#10;AI-generated content may be incorrect.">
                  <a:extLst>
                    <a:ext uri="{FF2B5EF4-FFF2-40B4-BE49-F238E27FC236}">
                      <a16:creationId xmlns:a16="http://schemas.microsoft.com/office/drawing/2014/main" id="{1FCFF76B-1E08-419A-2FB4-02673B28F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8" t="4696" r="8383"/>
                <a:stretch>
                  <a:fillRect/>
                </a:stretch>
              </p:blipFill>
              <p:spPr>
                <a:xfrm>
                  <a:off x="26825076" y="4891431"/>
                  <a:ext cx="5460753" cy="5978222"/>
                </a:xfrm>
                <a:prstGeom prst="rect">
                  <a:avLst/>
                </a:prstGeom>
              </p:spPr>
            </p:pic>
            <p:pic>
              <p:nvPicPr>
                <p:cNvPr id="99" name="Picture 98" descr="A blue and yellow gradient&#10;&#10;AI-generated content may be incorrect.">
                  <a:extLst>
                    <a:ext uri="{FF2B5EF4-FFF2-40B4-BE49-F238E27FC236}">
                      <a16:creationId xmlns:a16="http://schemas.microsoft.com/office/drawing/2014/main" id="{F71E487A-1441-C801-E91E-F00BACE58B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8" t="4696" r="8383"/>
                <a:stretch>
                  <a:fillRect/>
                </a:stretch>
              </p:blipFill>
              <p:spPr>
                <a:xfrm>
                  <a:off x="32285829" y="4891431"/>
                  <a:ext cx="5460749" cy="5978220"/>
                </a:xfrm>
                <a:prstGeom prst="rect">
                  <a:avLst/>
                </a:prstGeom>
              </p:spPr>
            </p:pic>
            <p:pic>
              <p:nvPicPr>
                <p:cNvPr id="101" name="Picture 100" descr="A graph of a graph of a number of colors&#10;&#10;AI-generated content may be incorrect.">
                  <a:extLst>
                    <a:ext uri="{FF2B5EF4-FFF2-40B4-BE49-F238E27FC236}">
                      <a16:creationId xmlns:a16="http://schemas.microsoft.com/office/drawing/2014/main" id="{1CC389C5-12AA-9060-059D-FD346461F1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8" t="4697" r="8383"/>
                <a:stretch>
                  <a:fillRect/>
                </a:stretch>
              </p:blipFill>
              <p:spPr>
                <a:xfrm>
                  <a:off x="37746578" y="4891431"/>
                  <a:ext cx="5460748" cy="5978218"/>
                </a:xfrm>
                <a:prstGeom prst="rect">
                  <a:avLst/>
                </a:prstGeom>
              </p:spPr>
            </p:pic>
            <p:pic>
              <p:nvPicPr>
                <p:cNvPr id="103" name="Picture 102" descr="A blue and red gradient&#10;&#10;AI-generated content may be incorrect.">
                  <a:extLst>
                    <a:ext uri="{FF2B5EF4-FFF2-40B4-BE49-F238E27FC236}">
                      <a16:creationId xmlns:a16="http://schemas.microsoft.com/office/drawing/2014/main" id="{2FE3AFA8-BF3D-0CE8-7ECF-610E71386B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34" t="4697" r="8517"/>
                <a:stretch>
                  <a:fillRect/>
                </a:stretch>
              </p:blipFill>
              <p:spPr>
                <a:xfrm>
                  <a:off x="43195618" y="4891431"/>
                  <a:ext cx="5460747" cy="5978216"/>
                </a:xfrm>
                <a:prstGeom prst="rect">
                  <a:avLst/>
                </a:prstGeom>
              </p:spPr>
            </p:pic>
            <p:pic>
              <p:nvPicPr>
                <p:cNvPr id="109" name="Picture 108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7A78E7F4-C31C-FD68-E365-416C7F0434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7" t="4696" r="8383"/>
                <a:stretch>
                  <a:fillRect/>
                </a:stretch>
              </p:blipFill>
              <p:spPr>
                <a:xfrm>
                  <a:off x="4977985" y="4891431"/>
                  <a:ext cx="5460770" cy="5978222"/>
                </a:xfrm>
                <a:prstGeom prst="rect">
                  <a:avLst/>
                </a:prstGeom>
              </p:spPr>
            </p:pic>
            <p:pic>
              <p:nvPicPr>
                <p:cNvPr id="111" name="Picture 110" descr="A blue and red gradient&#10;&#10;AI-generated content may be incorrect.">
                  <a:extLst>
                    <a:ext uri="{FF2B5EF4-FFF2-40B4-BE49-F238E27FC236}">
                      <a16:creationId xmlns:a16="http://schemas.microsoft.com/office/drawing/2014/main" id="{9D0E2F2D-F81A-37D3-796B-28E46F396C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7" t="4696" r="8383"/>
                <a:stretch>
                  <a:fillRect/>
                </a:stretch>
              </p:blipFill>
              <p:spPr>
                <a:xfrm>
                  <a:off x="10438758" y="4891431"/>
                  <a:ext cx="5460762" cy="5978222"/>
                </a:xfrm>
                <a:prstGeom prst="rect">
                  <a:avLst/>
                </a:prstGeom>
              </p:spPr>
            </p:pic>
            <p:pic>
              <p:nvPicPr>
                <p:cNvPr id="113" name="Picture 112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389761C4-F00C-5AD9-16BA-AFC0F94683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7" t="4696" r="8383"/>
                <a:stretch>
                  <a:fillRect/>
                </a:stretch>
              </p:blipFill>
              <p:spPr>
                <a:xfrm>
                  <a:off x="15899527" y="4891431"/>
                  <a:ext cx="5460762" cy="5978222"/>
                </a:xfrm>
                <a:prstGeom prst="rect">
                  <a:avLst/>
                </a:prstGeom>
              </p:spPr>
            </p:pic>
            <p:pic>
              <p:nvPicPr>
                <p:cNvPr id="115" name="Picture 114" descr="A graph of a graph of a number of colors&#10;&#10;AI-generated content may be incorrect.">
                  <a:extLst>
                    <a:ext uri="{FF2B5EF4-FFF2-40B4-BE49-F238E27FC236}">
                      <a16:creationId xmlns:a16="http://schemas.microsoft.com/office/drawing/2014/main" id="{FD31A6C6-BDC7-15BA-FF7B-0FC608FCDE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8" t="4696" r="8383"/>
                <a:stretch>
                  <a:fillRect/>
                </a:stretch>
              </p:blipFill>
              <p:spPr>
                <a:xfrm>
                  <a:off x="21364323" y="4891431"/>
                  <a:ext cx="5460753" cy="5978221"/>
                </a:xfrm>
                <a:prstGeom prst="rect">
                  <a:avLst/>
                </a:prstGeom>
              </p:spPr>
            </p:pic>
            <p:pic>
              <p:nvPicPr>
                <p:cNvPr id="134" name="Picture 133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AF6B4433-6E5F-A3F3-7EC5-6079FABCE1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696" r="8383"/>
                <a:stretch>
                  <a:fillRect/>
                </a:stretch>
              </p:blipFill>
              <p:spPr>
                <a:xfrm>
                  <a:off x="-6259639" y="4891431"/>
                  <a:ext cx="5780470" cy="5978222"/>
                </a:xfrm>
                <a:prstGeom prst="rect">
                  <a:avLst/>
                </a:prstGeom>
              </p:spPr>
            </p:pic>
            <p:pic>
              <p:nvPicPr>
                <p:cNvPr id="107" name="Picture 106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D1476429-51F5-FCF2-A262-F115B33AD4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7" t="4696" r="8383"/>
                <a:stretch>
                  <a:fillRect/>
                </a:stretch>
              </p:blipFill>
              <p:spPr>
                <a:xfrm>
                  <a:off x="-477946" y="4891431"/>
                  <a:ext cx="5460771" cy="5978222"/>
                </a:xfrm>
                <a:prstGeom prst="rect">
                  <a:avLst/>
                </a:prstGeom>
              </p:spPr>
            </p:pic>
            <p:pic>
              <p:nvPicPr>
                <p:cNvPr id="75" name="Picture 74" descr="A blue and yellow gradient with white text&#10;&#10;AI-generated content may be incorrect.">
                  <a:extLst>
                    <a:ext uri="{FF2B5EF4-FFF2-40B4-BE49-F238E27FC236}">
                      <a16:creationId xmlns:a16="http://schemas.microsoft.com/office/drawing/2014/main" id="{59EB38FD-0F4E-B8E8-5C2C-C77E72B14E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8" t="4697" r="8383"/>
                <a:stretch>
                  <a:fillRect/>
                </a:stretch>
              </p:blipFill>
              <p:spPr>
                <a:xfrm>
                  <a:off x="21364323" y="10654211"/>
                  <a:ext cx="5460754" cy="5978221"/>
                </a:xfrm>
                <a:prstGeom prst="rect">
                  <a:avLst/>
                </a:prstGeom>
              </p:spPr>
            </p:pic>
            <p:pic>
              <p:nvPicPr>
                <p:cNvPr id="77" name="Picture 76" descr="A graph of a graph of a graph&#10;&#10;AI-generated content may be incorrect.">
                  <a:extLst>
                    <a:ext uri="{FF2B5EF4-FFF2-40B4-BE49-F238E27FC236}">
                      <a16:creationId xmlns:a16="http://schemas.microsoft.com/office/drawing/2014/main" id="{7FAF542A-1F98-FF48-BD58-196A3B9E68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8" t="4696" r="8383"/>
                <a:stretch>
                  <a:fillRect/>
                </a:stretch>
              </p:blipFill>
              <p:spPr>
                <a:xfrm>
                  <a:off x="26825078" y="10654211"/>
                  <a:ext cx="5460752" cy="5978220"/>
                </a:xfrm>
                <a:prstGeom prst="rect">
                  <a:avLst/>
                </a:prstGeom>
              </p:spPr>
            </p:pic>
            <p:pic>
              <p:nvPicPr>
                <p:cNvPr id="79" name="Picture 78" descr="A graph of a graph of a number of colors&#10;&#10;AI-generated content may be incorrect.">
                  <a:extLst>
                    <a:ext uri="{FF2B5EF4-FFF2-40B4-BE49-F238E27FC236}">
                      <a16:creationId xmlns:a16="http://schemas.microsoft.com/office/drawing/2014/main" id="{E1D12B20-D546-8CD0-F215-4AB382DC56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8" t="4697" r="8383"/>
                <a:stretch>
                  <a:fillRect/>
                </a:stretch>
              </p:blipFill>
              <p:spPr>
                <a:xfrm>
                  <a:off x="32285829" y="10654211"/>
                  <a:ext cx="5460750" cy="5978218"/>
                </a:xfrm>
                <a:prstGeom prst="rect">
                  <a:avLst/>
                </a:prstGeom>
              </p:spPr>
            </p:pic>
            <p:pic>
              <p:nvPicPr>
                <p:cNvPr id="81" name="Picture 80" descr="A graph of a graph of a number of colors&#10;&#10;AI-generated content may be incorrect.">
                  <a:extLst>
                    <a:ext uri="{FF2B5EF4-FFF2-40B4-BE49-F238E27FC236}">
                      <a16:creationId xmlns:a16="http://schemas.microsoft.com/office/drawing/2014/main" id="{CF74CE7D-9FF1-A314-58FB-6938A773A6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8" t="4465" r="8383"/>
                <a:stretch>
                  <a:fillRect/>
                </a:stretch>
              </p:blipFill>
              <p:spPr>
                <a:xfrm>
                  <a:off x="37746578" y="10654211"/>
                  <a:ext cx="5460748" cy="5992716"/>
                </a:xfrm>
                <a:prstGeom prst="rect">
                  <a:avLst/>
                </a:prstGeom>
              </p:spPr>
            </p:pic>
            <p:pic>
              <p:nvPicPr>
                <p:cNvPr id="83" name="Picture 82" descr="A colorful gradient of a square&#10;&#10;AI-generated content may be incorrect.">
                  <a:extLst>
                    <a:ext uri="{FF2B5EF4-FFF2-40B4-BE49-F238E27FC236}">
                      <a16:creationId xmlns:a16="http://schemas.microsoft.com/office/drawing/2014/main" id="{09D0F97E-BD2B-B738-D0A3-663C1406E1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34" t="4697" r="8517"/>
                <a:stretch>
                  <a:fillRect/>
                </a:stretch>
              </p:blipFill>
              <p:spPr>
                <a:xfrm>
                  <a:off x="43195618" y="10654211"/>
                  <a:ext cx="5460747" cy="5978216"/>
                </a:xfrm>
                <a:prstGeom prst="rect">
                  <a:avLst/>
                </a:prstGeom>
              </p:spPr>
            </p:pic>
            <p:pic>
              <p:nvPicPr>
                <p:cNvPr id="89" name="Picture 88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FA99C22F-2E3B-CB34-14E1-D17E610954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7" t="4696" r="8383"/>
                <a:stretch>
                  <a:fillRect/>
                </a:stretch>
              </p:blipFill>
              <p:spPr>
                <a:xfrm>
                  <a:off x="-477946" y="10654211"/>
                  <a:ext cx="5460772" cy="5978222"/>
                </a:xfrm>
                <a:prstGeom prst="rect">
                  <a:avLst/>
                </a:prstGeom>
              </p:spPr>
            </p:pic>
            <p:pic>
              <p:nvPicPr>
                <p:cNvPr id="91" name="Picture 90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E3661ADE-F90A-1EB4-A5A6-76C36E03ED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7" t="4696" r="8383"/>
                <a:stretch>
                  <a:fillRect/>
                </a:stretch>
              </p:blipFill>
              <p:spPr>
                <a:xfrm>
                  <a:off x="4977985" y="10654211"/>
                  <a:ext cx="5460770" cy="5978222"/>
                </a:xfrm>
                <a:prstGeom prst="rect">
                  <a:avLst/>
                </a:prstGeom>
              </p:spPr>
            </p:pic>
            <p:pic>
              <p:nvPicPr>
                <p:cNvPr id="93" name="Picture 92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3315B81D-BC01-7A9A-BD41-822C37CF40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7" t="4696" r="8383"/>
                <a:stretch>
                  <a:fillRect/>
                </a:stretch>
              </p:blipFill>
              <p:spPr>
                <a:xfrm>
                  <a:off x="10438758" y="10654211"/>
                  <a:ext cx="5460762" cy="5978220"/>
                </a:xfrm>
                <a:prstGeom prst="rect">
                  <a:avLst/>
                </a:prstGeom>
              </p:spPr>
            </p:pic>
            <p:pic>
              <p:nvPicPr>
                <p:cNvPr id="95" name="Picture 94" descr="A blue and yellow gradient with white text&#10;&#10;AI-generated content may be incorrect.">
                  <a:extLst>
                    <a:ext uri="{FF2B5EF4-FFF2-40B4-BE49-F238E27FC236}">
                      <a16:creationId xmlns:a16="http://schemas.microsoft.com/office/drawing/2014/main" id="{D4AFEDF5-4895-62D8-DBA4-834D9B3837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8" t="4697" r="8382"/>
                <a:stretch>
                  <a:fillRect/>
                </a:stretch>
              </p:blipFill>
              <p:spPr>
                <a:xfrm>
                  <a:off x="15899527" y="10654211"/>
                  <a:ext cx="5460761" cy="5978220"/>
                </a:xfrm>
                <a:prstGeom prst="rect">
                  <a:avLst/>
                </a:prstGeom>
              </p:spPr>
            </p:pic>
            <p:pic>
              <p:nvPicPr>
                <p:cNvPr id="133" name="Picture 132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A2FD3F54-723E-FF48-D232-93ED35EDE3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696" r="8383"/>
                <a:stretch>
                  <a:fillRect/>
                </a:stretch>
              </p:blipFill>
              <p:spPr>
                <a:xfrm>
                  <a:off x="-6259639" y="10654211"/>
                  <a:ext cx="5780470" cy="5978222"/>
                </a:xfrm>
                <a:prstGeom prst="rect">
                  <a:avLst/>
                </a:prstGeom>
              </p:spPr>
            </p:pic>
            <p:pic>
              <p:nvPicPr>
                <p:cNvPr id="3" name="Picture 2" descr="A blue and yellow gradient with white text&#10;&#10;AI-generated content may be incorrect.">
                  <a:extLst>
                    <a:ext uri="{FF2B5EF4-FFF2-40B4-BE49-F238E27FC236}">
                      <a16:creationId xmlns:a16="http://schemas.microsoft.com/office/drawing/2014/main" id="{D206138F-200F-6933-3A8C-41E7CB37D1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03" t="4696" r="9562"/>
                <a:stretch>
                  <a:fillRect/>
                </a:stretch>
              </p:blipFill>
              <p:spPr>
                <a:xfrm>
                  <a:off x="21364323" y="16409941"/>
                  <a:ext cx="5460754" cy="5978220"/>
                </a:xfrm>
                <a:prstGeom prst="rect">
                  <a:avLst/>
                </a:prstGeom>
              </p:spPr>
            </p:pic>
            <p:pic>
              <p:nvPicPr>
                <p:cNvPr id="5" name="Picture 4" descr="A graph of a graph of a number of objects&#10;&#10;AI-generated content may be incorrect.">
                  <a:extLst>
                    <a:ext uri="{FF2B5EF4-FFF2-40B4-BE49-F238E27FC236}">
                      <a16:creationId xmlns:a16="http://schemas.microsoft.com/office/drawing/2014/main" id="{A754E9F6-836A-CFB0-5D4D-341782DD9B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02" t="4696" r="9563"/>
                <a:stretch>
                  <a:fillRect/>
                </a:stretch>
              </p:blipFill>
              <p:spPr>
                <a:xfrm>
                  <a:off x="26825078" y="16409941"/>
                  <a:ext cx="5460752" cy="5978220"/>
                </a:xfrm>
                <a:prstGeom prst="rect">
                  <a:avLst/>
                </a:prstGeom>
              </p:spPr>
            </p:pic>
            <p:pic>
              <p:nvPicPr>
                <p:cNvPr id="7" name="Picture 6" descr="A colorful gradient square with numbers&#10;&#10;AI-generated content may be incorrect.">
                  <a:extLst>
                    <a:ext uri="{FF2B5EF4-FFF2-40B4-BE49-F238E27FC236}">
                      <a16:creationId xmlns:a16="http://schemas.microsoft.com/office/drawing/2014/main" id="{9CEFC5E3-B81E-8210-F52A-C1B0589185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02" t="4697" r="9563"/>
                <a:stretch>
                  <a:fillRect/>
                </a:stretch>
              </p:blipFill>
              <p:spPr>
                <a:xfrm>
                  <a:off x="32285829" y="16409941"/>
                  <a:ext cx="5460750" cy="5978218"/>
                </a:xfrm>
                <a:prstGeom prst="rect">
                  <a:avLst/>
                </a:prstGeom>
              </p:spPr>
            </p:pic>
            <p:pic>
              <p:nvPicPr>
                <p:cNvPr id="9" name="Picture 8" descr="A graph of a graph of a number of colors&#10;&#10;AI-generated content may be incorrect.">
                  <a:extLst>
                    <a:ext uri="{FF2B5EF4-FFF2-40B4-BE49-F238E27FC236}">
                      <a16:creationId xmlns:a16="http://schemas.microsoft.com/office/drawing/2014/main" id="{E65ACFFA-CDF4-32E2-14C1-00A64AF6FF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03" t="4697" r="9562"/>
                <a:stretch>
                  <a:fillRect/>
                </a:stretch>
              </p:blipFill>
              <p:spPr>
                <a:xfrm>
                  <a:off x="37746578" y="16409941"/>
                  <a:ext cx="5460748" cy="5978218"/>
                </a:xfrm>
                <a:prstGeom prst="rect">
                  <a:avLst/>
                </a:prstGeom>
              </p:spPr>
            </p:pic>
            <p:pic>
              <p:nvPicPr>
                <p:cNvPr id="11" name="Picture 10" descr="A colorful gradients on a square&#10;&#10;AI-generated content may be incorrect.">
                  <a:extLst>
                    <a:ext uri="{FF2B5EF4-FFF2-40B4-BE49-F238E27FC236}">
                      <a16:creationId xmlns:a16="http://schemas.microsoft.com/office/drawing/2014/main" id="{9C337322-6440-20B4-04C8-F019C2FDA9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870" t="4697" r="9694"/>
                <a:stretch>
                  <a:fillRect/>
                </a:stretch>
              </p:blipFill>
              <p:spPr>
                <a:xfrm>
                  <a:off x="43195618" y="16409941"/>
                  <a:ext cx="5460747" cy="5978216"/>
                </a:xfrm>
                <a:prstGeom prst="rect">
                  <a:avLst/>
                </a:prstGeom>
              </p:spPr>
            </p:pic>
            <p:pic>
              <p:nvPicPr>
                <p:cNvPr id="19" name="Picture 18" descr="A blue square with a red and yellow gradient&#10;&#10;AI-generated content may be incorrect.">
                  <a:extLst>
                    <a:ext uri="{FF2B5EF4-FFF2-40B4-BE49-F238E27FC236}">
                      <a16:creationId xmlns:a16="http://schemas.microsoft.com/office/drawing/2014/main" id="{EE7529E8-A273-5944-A0D5-00F437ACD8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02" t="4696" r="9562"/>
                <a:stretch>
                  <a:fillRect/>
                </a:stretch>
              </p:blipFill>
              <p:spPr>
                <a:xfrm>
                  <a:off x="-477946" y="16409941"/>
                  <a:ext cx="5460772" cy="5978220"/>
                </a:xfrm>
                <a:prstGeom prst="rect">
                  <a:avLst/>
                </a:prstGeom>
              </p:spPr>
            </p:pic>
            <p:pic>
              <p:nvPicPr>
                <p:cNvPr id="21" name="Picture 20" descr="A blue square with red and yellow gradients&#10;&#10;AI-generated content may be incorrect.">
                  <a:extLst>
                    <a:ext uri="{FF2B5EF4-FFF2-40B4-BE49-F238E27FC236}">
                      <a16:creationId xmlns:a16="http://schemas.microsoft.com/office/drawing/2014/main" id="{2AFAE9C5-88F9-51EA-A79A-C664A1F2B1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02" t="4696" r="9563"/>
                <a:stretch>
                  <a:fillRect/>
                </a:stretch>
              </p:blipFill>
              <p:spPr>
                <a:xfrm>
                  <a:off x="4977985" y="16409941"/>
                  <a:ext cx="5460769" cy="5978220"/>
                </a:xfrm>
                <a:prstGeom prst="rect">
                  <a:avLst/>
                </a:prstGeom>
              </p:spPr>
            </p:pic>
            <p:pic>
              <p:nvPicPr>
                <p:cNvPr id="23" name="Picture 22" descr="A blue and yellow gradient with white text&#10;&#10;AI-generated content may be incorrect.">
                  <a:extLst>
                    <a:ext uri="{FF2B5EF4-FFF2-40B4-BE49-F238E27FC236}">
                      <a16:creationId xmlns:a16="http://schemas.microsoft.com/office/drawing/2014/main" id="{E827B176-3159-C8A5-231C-685B72E9FE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02" t="4696" r="9563"/>
                <a:stretch>
                  <a:fillRect/>
                </a:stretch>
              </p:blipFill>
              <p:spPr>
                <a:xfrm>
                  <a:off x="10438758" y="16409941"/>
                  <a:ext cx="5460762" cy="5978220"/>
                </a:xfrm>
                <a:prstGeom prst="rect">
                  <a:avLst/>
                </a:prstGeom>
              </p:spPr>
            </p:pic>
            <p:pic>
              <p:nvPicPr>
                <p:cNvPr id="25" name="Picture 24" descr="A blue and green gradient with white text&#10;&#10;AI-generated content may be incorrect.">
                  <a:extLst>
                    <a:ext uri="{FF2B5EF4-FFF2-40B4-BE49-F238E27FC236}">
                      <a16:creationId xmlns:a16="http://schemas.microsoft.com/office/drawing/2014/main" id="{6A7DBD55-1FD2-9C11-B916-C24AA15729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03" t="4696" r="9562"/>
                <a:stretch>
                  <a:fillRect/>
                </a:stretch>
              </p:blipFill>
              <p:spPr>
                <a:xfrm>
                  <a:off x="15899528" y="16409941"/>
                  <a:ext cx="5460761" cy="5978220"/>
                </a:xfrm>
                <a:prstGeom prst="rect">
                  <a:avLst/>
                </a:prstGeom>
              </p:spPr>
            </p:pic>
            <p:pic>
              <p:nvPicPr>
                <p:cNvPr id="17" name="Picture 16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BFFEDCF7-27DD-6ACF-043F-B4A7BF6B33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696" r="9563"/>
                <a:stretch>
                  <a:fillRect/>
                </a:stretch>
              </p:blipFill>
              <p:spPr>
                <a:xfrm>
                  <a:off x="-6259639" y="16409941"/>
                  <a:ext cx="5780470" cy="5978220"/>
                </a:xfrm>
                <a:prstGeom prst="rect">
                  <a:avLst/>
                </a:prstGeom>
              </p:spPr>
            </p:pic>
            <p:pic>
              <p:nvPicPr>
                <p:cNvPr id="27" name="Picture 26" descr="A graph of a graph of a number of colors&#10;&#10;AI-generated content may be incorrect.">
                  <a:extLst>
                    <a:ext uri="{FF2B5EF4-FFF2-40B4-BE49-F238E27FC236}">
                      <a16:creationId xmlns:a16="http://schemas.microsoft.com/office/drawing/2014/main" id="{74E89F82-3B52-F202-AB76-0A5530BFF3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21364321" y="22158407"/>
                  <a:ext cx="5460755" cy="5978219"/>
                </a:xfrm>
                <a:prstGeom prst="rect">
                  <a:avLst/>
                </a:prstGeom>
              </p:spPr>
            </p:pic>
            <p:pic>
              <p:nvPicPr>
                <p:cNvPr id="29" name="Picture 28" descr="A blue and yellow gradient with white text&#10;&#10;AI-generated content may be incorrect.">
                  <a:extLst>
                    <a:ext uri="{FF2B5EF4-FFF2-40B4-BE49-F238E27FC236}">
                      <a16:creationId xmlns:a16="http://schemas.microsoft.com/office/drawing/2014/main" id="{FCEE53CB-F93D-14A5-4474-DAC4ED57D7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26825079" y="22158407"/>
                  <a:ext cx="5460751" cy="5978218"/>
                </a:xfrm>
                <a:prstGeom prst="rect">
                  <a:avLst/>
                </a:prstGeom>
              </p:spPr>
            </p:pic>
            <p:pic>
              <p:nvPicPr>
                <p:cNvPr id="31" name="Picture 30" descr="A graph of a graph of a number of colors&#10;&#10;AI-generated content may be incorrect.">
                  <a:extLst>
                    <a:ext uri="{FF2B5EF4-FFF2-40B4-BE49-F238E27FC236}">
                      <a16:creationId xmlns:a16="http://schemas.microsoft.com/office/drawing/2014/main" id="{9D0FEADD-A70F-5056-5442-6FAF0EA005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32285829" y="22158407"/>
                  <a:ext cx="5460750" cy="5978218"/>
                </a:xfrm>
                <a:prstGeom prst="rect">
                  <a:avLst/>
                </a:prstGeom>
              </p:spPr>
            </p:pic>
            <p:pic>
              <p:nvPicPr>
                <p:cNvPr id="33" name="Picture 32" descr="A colorful gradients on a square&#10;&#10;AI-generated content may be incorrect.">
                  <a:extLst>
                    <a:ext uri="{FF2B5EF4-FFF2-40B4-BE49-F238E27FC236}">
                      <a16:creationId xmlns:a16="http://schemas.microsoft.com/office/drawing/2014/main" id="{F8BBD271-9DDE-92CF-D60F-B6129B5FF3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37746578" y="22158407"/>
                  <a:ext cx="5460748" cy="5978217"/>
                </a:xfrm>
                <a:prstGeom prst="rect">
                  <a:avLst/>
                </a:prstGeom>
              </p:spPr>
            </p:pic>
            <p:pic>
              <p:nvPicPr>
                <p:cNvPr id="35" name="Picture 34" descr="A colorful gradients on a square&#10;&#10;AI-generated content may be incorrect.">
                  <a:extLst>
                    <a:ext uri="{FF2B5EF4-FFF2-40B4-BE49-F238E27FC236}">
                      <a16:creationId xmlns:a16="http://schemas.microsoft.com/office/drawing/2014/main" id="{C11C4D42-22F0-8CFF-2FD2-24246A5444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814" t="4697" r="10654"/>
                <a:stretch>
                  <a:fillRect/>
                </a:stretch>
              </p:blipFill>
              <p:spPr>
                <a:xfrm>
                  <a:off x="43195618" y="22158407"/>
                  <a:ext cx="5464786" cy="5978216"/>
                </a:xfrm>
                <a:prstGeom prst="rect">
                  <a:avLst/>
                </a:prstGeom>
              </p:spPr>
            </p:pic>
            <p:pic>
              <p:nvPicPr>
                <p:cNvPr id="43" name="Picture 42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0885E210-E409-F865-EA3C-C89FFC64B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5" t="4696" r="10585"/>
                <a:stretch>
                  <a:fillRect/>
                </a:stretch>
              </p:blipFill>
              <p:spPr>
                <a:xfrm>
                  <a:off x="-477946" y="22158407"/>
                  <a:ext cx="5460772" cy="5978220"/>
                </a:xfrm>
                <a:prstGeom prst="rect">
                  <a:avLst/>
                </a:prstGeom>
              </p:spPr>
            </p:pic>
            <p:pic>
              <p:nvPicPr>
                <p:cNvPr id="45" name="Picture 44" descr="A blue square with a red and blue gradient&#10;&#10;AI-generated content may be incorrect.">
                  <a:extLst>
                    <a:ext uri="{FF2B5EF4-FFF2-40B4-BE49-F238E27FC236}">
                      <a16:creationId xmlns:a16="http://schemas.microsoft.com/office/drawing/2014/main" id="{ED49E0B3-EA31-586F-C79E-0C4BAA8D62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6" r="10585"/>
                <a:stretch>
                  <a:fillRect/>
                </a:stretch>
              </p:blipFill>
              <p:spPr>
                <a:xfrm>
                  <a:off x="4977989" y="22158407"/>
                  <a:ext cx="5460766" cy="5978220"/>
                </a:xfrm>
                <a:prstGeom prst="rect">
                  <a:avLst/>
                </a:prstGeom>
              </p:spPr>
            </p:pic>
            <p:pic>
              <p:nvPicPr>
                <p:cNvPr id="47" name="Picture 46" descr="A graph of a graph of a number of objects&#10;&#10;AI-generated content may be incorrect.">
                  <a:extLst>
                    <a:ext uri="{FF2B5EF4-FFF2-40B4-BE49-F238E27FC236}">
                      <a16:creationId xmlns:a16="http://schemas.microsoft.com/office/drawing/2014/main" id="{2A800058-D266-ED07-FA44-E2788CADD1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6" r="10585"/>
                <a:stretch>
                  <a:fillRect/>
                </a:stretch>
              </p:blipFill>
              <p:spPr>
                <a:xfrm>
                  <a:off x="10438754" y="22158407"/>
                  <a:ext cx="5460765" cy="5978220"/>
                </a:xfrm>
                <a:prstGeom prst="rect">
                  <a:avLst/>
                </a:prstGeom>
              </p:spPr>
            </p:pic>
            <p:pic>
              <p:nvPicPr>
                <p:cNvPr id="49" name="Picture 48" descr="A graph of a graph of a number of colors&#10;&#10;AI-generated content may be incorrect.">
                  <a:extLst>
                    <a:ext uri="{FF2B5EF4-FFF2-40B4-BE49-F238E27FC236}">
                      <a16:creationId xmlns:a16="http://schemas.microsoft.com/office/drawing/2014/main" id="{ED50722F-562F-80E5-7979-383D47A389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6" r="10585"/>
                <a:stretch>
                  <a:fillRect/>
                </a:stretch>
              </p:blipFill>
              <p:spPr>
                <a:xfrm>
                  <a:off x="15899531" y="22158407"/>
                  <a:ext cx="5460757" cy="5978220"/>
                </a:xfrm>
                <a:prstGeom prst="rect">
                  <a:avLst/>
                </a:prstGeom>
              </p:spPr>
            </p:pic>
            <p:pic>
              <p:nvPicPr>
                <p:cNvPr id="41" name="Picture 40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123FFB68-7DA2-3562-F702-7BD149801F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696" r="10585"/>
                <a:stretch>
                  <a:fillRect/>
                </a:stretch>
              </p:blipFill>
              <p:spPr>
                <a:xfrm>
                  <a:off x="-6259640" y="22158407"/>
                  <a:ext cx="5780471" cy="5978220"/>
                </a:xfrm>
                <a:prstGeom prst="rect">
                  <a:avLst/>
                </a:prstGeom>
              </p:spPr>
            </p:pic>
            <p:pic>
              <p:nvPicPr>
                <p:cNvPr id="51" name="Picture 50" descr="A blue and yellow gradient with white text&#10;&#10;AI-generated content may be incorrect.">
                  <a:extLst>
                    <a:ext uri="{FF2B5EF4-FFF2-40B4-BE49-F238E27FC236}">
                      <a16:creationId xmlns:a16="http://schemas.microsoft.com/office/drawing/2014/main" id="{BB79E43F-776F-5097-1F9E-56D0D32C8A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26825080" y="27921392"/>
                  <a:ext cx="5460751" cy="5978210"/>
                </a:xfrm>
                <a:prstGeom prst="rect">
                  <a:avLst/>
                </a:prstGeom>
              </p:spPr>
            </p:pic>
            <p:pic>
              <p:nvPicPr>
                <p:cNvPr id="53" name="Picture 52" descr="A blue and yellow gradient&#10;&#10;AI-generated content may be incorrect.">
                  <a:extLst>
                    <a:ext uri="{FF2B5EF4-FFF2-40B4-BE49-F238E27FC236}">
                      <a16:creationId xmlns:a16="http://schemas.microsoft.com/office/drawing/2014/main" id="{CF594235-0BBC-CEAE-6235-BF04D59D3E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32285829" y="27921392"/>
                  <a:ext cx="5460750" cy="5978213"/>
                </a:xfrm>
                <a:prstGeom prst="rect">
                  <a:avLst/>
                </a:prstGeom>
              </p:spPr>
            </p:pic>
            <p:pic>
              <p:nvPicPr>
                <p:cNvPr id="55" name="Picture 54" descr="A colorful gradients on a square&#10;&#10;AI-generated content may be incorrect.">
                  <a:extLst>
                    <a:ext uri="{FF2B5EF4-FFF2-40B4-BE49-F238E27FC236}">
                      <a16:creationId xmlns:a16="http://schemas.microsoft.com/office/drawing/2014/main" id="{97AEBEE5-B30F-0848-D93C-10BC6D835D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5" t="4697" r="10586"/>
                <a:stretch>
                  <a:fillRect/>
                </a:stretch>
              </p:blipFill>
              <p:spPr>
                <a:xfrm>
                  <a:off x="37746578" y="27921392"/>
                  <a:ext cx="5460748" cy="5978214"/>
                </a:xfrm>
                <a:prstGeom prst="rect">
                  <a:avLst/>
                </a:prstGeom>
              </p:spPr>
            </p:pic>
            <p:pic>
              <p:nvPicPr>
                <p:cNvPr id="57" name="Picture 56" descr="A colorful gradients on a square&#10;&#10;AI-generated content may be incorrect.">
                  <a:extLst>
                    <a:ext uri="{FF2B5EF4-FFF2-40B4-BE49-F238E27FC236}">
                      <a16:creationId xmlns:a16="http://schemas.microsoft.com/office/drawing/2014/main" id="{034997B5-7525-8F27-DE4D-FC5BBB7B78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814" t="4697" r="10717"/>
                <a:stretch>
                  <a:fillRect/>
                </a:stretch>
              </p:blipFill>
              <p:spPr>
                <a:xfrm>
                  <a:off x="43195618" y="27921392"/>
                  <a:ext cx="5460747" cy="5978215"/>
                </a:xfrm>
                <a:prstGeom prst="rect">
                  <a:avLst/>
                </a:prstGeom>
              </p:spPr>
            </p:pic>
            <p:pic>
              <p:nvPicPr>
                <p:cNvPr id="65" name="Picture 64" descr="A blue square with a red and yellow gradient&#10;&#10;AI-generated content may be incorrect.">
                  <a:extLst>
                    <a:ext uri="{FF2B5EF4-FFF2-40B4-BE49-F238E27FC236}">
                      <a16:creationId xmlns:a16="http://schemas.microsoft.com/office/drawing/2014/main" id="{9648D730-DD31-14A0-505F-7F9DB13403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-477946" y="27921392"/>
                  <a:ext cx="5460772" cy="5978211"/>
                </a:xfrm>
                <a:prstGeom prst="rect">
                  <a:avLst/>
                </a:prstGeom>
              </p:spPr>
            </p:pic>
            <p:pic>
              <p:nvPicPr>
                <p:cNvPr id="67" name="Picture 66" descr="A blue square with a number of colored lines&#10;&#10;AI-generated content may be incorrect.">
                  <a:extLst>
                    <a:ext uri="{FF2B5EF4-FFF2-40B4-BE49-F238E27FC236}">
                      <a16:creationId xmlns:a16="http://schemas.microsoft.com/office/drawing/2014/main" id="{9F52551D-8BC8-F0A5-AF2D-141A87A1E9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4977989" y="27921392"/>
                  <a:ext cx="5460766" cy="5978210"/>
                </a:xfrm>
                <a:prstGeom prst="rect">
                  <a:avLst/>
                </a:prstGeom>
              </p:spPr>
            </p:pic>
            <p:pic>
              <p:nvPicPr>
                <p:cNvPr id="69" name="Picture 68" descr="A graph of a graph of a number of objects&#10;&#10;AI-generated content may be incorrect.">
                  <a:extLst>
                    <a:ext uri="{FF2B5EF4-FFF2-40B4-BE49-F238E27FC236}">
                      <a16:creationId xmlns:a16="http://schemas.microsoft.com/office/drawing/2014/main" id="{29A2C009-6DD3-C6F0-10CA-90E921CDD0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10438754" y="27921392"/>
                  <a:ext cx="5460766" cy="5978210"/>
                </a:xfrm>
                <a:prstGeom prst="rect">
                  <a:avLst/>
                </a:prstGeom>
              </p:spPr>
            </p:pic>
            <p:pic>
              <p:nvPicPr>
                <p:cNvPr id="71" name="Picture 70" descr="A graph of a graph of a number of objects&#10;&#10;AI-generated content may be incorrect.">
                  <a:extLst>
                    <a:ext uri="{FF2B5EF4-FFF2-40B4-BE49-F238E27FC236}">
                      <a16:creationId xmlns:a16="http://schemas.microsoft.com/office/drawing/2014/main" id="{A45F51E2-0AF3-5858-9C64-AC6A500604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15899535" y="27921392"/>
                  <a:ext cx="5460756" cy="5978209"/>
                </a:xfrm>
                <a:prstGeom prst="rect">
                  <a:avLst/>
                </a:prstGeom>
              </p:spPr>
            </p:pic>
            <p:pic>
              <p:nvPicPr>
                <p:cNvPr id="73" name="Picture 72" descr="A graph of a graph of a number of objects&#10;&#10;AI-generated content may be incorrect.">
                  <a:extLst>
                    <a:ext uri="{FF2B5EF4-FFF2-40B4-BE49-F238E27FC236}">
                      <a16:creationId xmlns:a16="http://schemas.microsoft.com/office/drawing/2014/main" id="{6E271052-F46B-FE87-9C32-37EB1303ED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21364321" y="27921392"/>
                  <a:ext cx="5460756" cy="5978210"/>
                </a:xfrm>
                <a:prstGeom prst="rect">
                  <a:avLst/>
                </a:prstGeom>
              </p:spPr>
            </p:pic>
            <p:pic>
              <p:nvPicPr>
                <p:cNvPr id="63" name="Picture 62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1626BE6C-0F83-AE07-1663-A69EC8FB0F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697" r="10585"/>
                <a:stretch>
                  <a:fillRect/>
                </a:stretch>
              </p:blipFill>
              <p:spPr>
                <a:xfrm>
                  <a:off x="-6259639" y="27921392"/>
                  <a:ext cx="5780470" cy="5978212"/>
                </a:xfrm>
                <a:prstGeom prst="rect">
                  <a:avLst/>
                </a:prstGeom>
              </p:spPr>
            </p:pic>
            <p:grpSp>
              <p:nvGrpSpPr>
                <p:cNvPr id="137" name="Group 136">
                  <a:extLst>
                    <a:ext uri="{FF2B5EF4-FFF2-40B4-BE49-F238E27FC236}">
                      <a16:creationId xmlns:a16="http://schemas.microsoft.com/office/drawing/2014/main" id="{B01E0AC1-9286-F574-FFAA-58EA70B30444}"/>
                    </a:ext>
                  </a:extLst>
                </p:cNvPr>
                <p:cNvGrpSpPr/>
                <p:nvPr/>
              </p:nvGrpSpPr>
              <p:grpSpPr>
                <a:xfrm>
                  <a:off x="-668047" y="33639254"/>
                  <a:ext cx="533129" cy="196903"/>
                  <a:chOff x="-668047" y="33642429"/>
                  <a:chExt cx="533129" cy="196903"/>
                </a:xfrm>
              </p:grpSpPr>
              <p:pic>
                <p:nvPicPr>
                  <p:cNvPr id="135" name="Picture 134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A89E2E0B-BD6A-4A88-DCA8-5F56B02DDB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6939" t="95949" r="4814" b="913"/>
                  <a:stretch>
                    <a:fillRect/>
                  </a:stretch>
                </p:blipFill>
                <p:spPr>
                  <a:xfrm>
                    <a:off x="-668047" y="33642429"/>
                    <a:ext cx="533129" cy="196903"/>
                  </a:xfrm>
                  <a:prstGeom prst="rect">
                    <a:avLst/>
                  </a:prstGeom>
                </p:spPr>
              </p:pic>
              <p:pic>
                <p:nvPicPr>
                  <p:cNvPr id="136" name="Picture 135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235B5E5A-378C-1491-530D-6CC5B63A0E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4791" t="96101" r="91753" b="1267"/>
                  <a:stretch>
                    <a:fillRect/>
                  </a:stretch>
                </p:blipFill>
                <p:spPr>
                  <a:xfrm>
                    <a:off x="-455175" y="33651954"/>
                    <a:ext cx="223440" cy="1651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D8E95948-52F9-9BBC-664C-F4B1A8859A83}"/>
                    </a:ext>
                  </a:extLst>
                </p:cNvPr>
                <p:cNvGrpSpPr/>
                <p:nvPr/>
              </p:nvGrpSpPr>
              <p:grpSpPr>
                <a:xfrm>
                  <a:off x="4789925" y="33639254"/>
                  <a:ext cx="533129" cy="196903"/>
                  <a:chOff x="-668047" y="33642429"/>
                  <a:chExt cx="533129" cy="196903"/>
                </a:xfrm>
              </p:grpSpPr>
              <p:pic>
                <p:nvPicPr>
                  <p:cNvPr id="139" name="Picture 138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C09B4092-DCFC-5FC4-F75D-4F0C112B628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6939" t="95949" r="4814" b="913"/>
                  <a:stretch>
                    <a:fillRect/>
                  </a:stretch>
                </p:blipFill>
                <p:spPr>
                  <a:xfrm>
                    <a:off x="-668047" y="33642429"/>
                    <a:ext cx="533129" cy="196903"/>
                  </a:xfrm>
                  <a:prstGeom prst="rect">
                    <a:avLst/>
                  </a:prstGeom>
                </p:spPr>
              </p:pic>
              <p:pic>
                <p:nvPicPr>
                  <p:cNvPr id="140" name="Picture 139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6CE64889-6311-14CF-542E-3B3275AB15C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4791" t="96101" r="91753" b="1267"/>
                  <a:stretch>
                    <a:fillRect/>
                  </a:stretch>
                </p:blipFill>
                <p:spPr>
                  <a:xfrm>
                    <a:off x="-455175" y="33651954"/>
                    <a:ext cx="223440" cy="1651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99592DA7-0ABA-5372-F0BE-014657FFFBD6}"/>
                    </a:ext>
                  </a:extLst>
                </p:cNvPr>
                <p:cNvGrpSpPr/>
                <p:nvPr/>
              </p:nvGrpSpPr>
              <p:grpSpPr>
                <a:xfrm>
                  <a:off x="10256164" y="33639254"/>
                  <a:ext cx="533129" cy="196903"/>
                  <a:chOff x="-668047" y="33642429"/>
                  <a:chExt cx="533129" cy="196903"/>
                </a:xfrm>
              </p:grpSpPr>
              <p:pic>
                <p:nvPicPr>
                  <p:cNvPr id="142" name="Picture 141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512707AC-E051-1010-CAEC-923FFBC2AA5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6939" t="95949" r="4814" b="913"/>
                  <a:stretch>
                    <a:fillRect/>
                  </a:stretch>
                </p:blipFill>
                <p:spPr>
                  <a:xfrm>
                    <a:off x="-668047" y="33642429"/>
                    <a:ext cx="533129" cy="196903"/>
                  </a:xfrm>
                  <a:prstGeom prst="rect">
                    <a:avLst/>
                  </a:prstGeom>
                </p:spPr>
              </p:pic>
              <p:pic>
                <p:nvPicPr>
                  <p:cNvPr id="143" name="Picture 142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AC137588-3131-BDD6-3EFA-9C871E2843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4791" t="96101" r="91753" b="1267"/>
                  <a:stretch>
                    <a:fillRect/>
                  </a:stretch>
                </p:blipFill>
                <p:spPr>
                  <a:xfrm>
                    <a:off x="-455175" y="33651954"/>
                    <a:ext cx="223440" cy="1651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EA744681-1049-DECF-6BA7-EEFE5A55B869}"/>
                    </a:ext>
                  </a:extLst>
                </p:cNvPr>
                <p:cNvGrpSpPr/>
                <p:nvPr/>
              </p:nvGrpSpPr>
              <p:grpSpPr>
                <a:xfrm>
                  <a:off x="15716319" y="33639254"/>
                  <a:ext cx="533129" cy="196903"/>
                  <a:chOff x="-668047" y="33642429"/>
                  <a:chExt cx="533129" cy="196903"/>
                </a:xfrm>
              </p:grpSpPr>
              <p:pic>
                <p:nvPicPr>
                  <p:cNvPr id="145" name="Picture 144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59EC8EBA-E2C1-3E02-7815-031C3CAA27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6939" t="95949" r="4814" b="913"/>
                  <a:stretch>
                    <a:fillRect/>
                  </a:stretch>
                </p:blipFill>
                <p:spPr>
                  <a:xfrm>
                    <a:off x="-668047" y="33642429"/>
                    <a:ext cx="533129" cy="196903"/>
                  </a:xfrm>
                  <a:prstGeom prst="rect">
                    <a:avLst/>
                  </a:prstGeom>
                </p:spPr>
              </p:pic>
              <p:pic>
                <p:nvPicPr>
                  <p:cNvPr id="146" name="Picture 145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A2D230FD-8674-5A4D-1918-FF68857EE6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4791" t="96101" r="91753" b="1267"/>
                  <a:stretch>
                    <a:fillRect/>
                  </a:stretch>
                </p:blipFill>
                <p:spPr>
                  <a:xfrm>
                    <a:off x="-455175" y="33651954"/>
                    <a:ext cx="223440" cy="1651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C20C4D55-5654-8104-E635-EF260453CA9B}"/>
                    </a:ext>
                  </a:extLst>
                </p:cNvPr>
                <p:cNvGrpSpPr/>
                <p:nvPr/>
              </p:nvGrpSpPr>
              <p:grpSpPr>
                <a:xfrm>
                  <a:off x="21177537" y="33639254"/>
                  <a:ext cx="533129" cy="196903"/>
                  <a:chOff x="-668047" y="33642429"/>
                  <a:chExt cx="533129" cy="196903"/>
                </a:xfrm>
              </p:grpSpPr>
              <p:pic>
                <p:nvPicPr>
                  <p:cNvPr id="148" name="Picture 147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91FE509A-DEFC-D38B-8BF2-29572C506F5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6939" t="95949" r="4814" b="913"/>
                  <a:stretch>
                    <a:fillRect/>
                  </a:stretch>
                </p:blipFill>
                <p:spPr>
                  <a:xfrm>
                    <a:off x="-668047" y="33642429"/>
                    <a:ext cx="533129" cy="196903"/>
                  </a:xfrm>
                  <a:prstGeom prst="rect">
                    <a:avLst/>
                  </a:prstGeom>
                </p:spPr>
              </p:pic>
              <p:pic>
                <p:nvPicPr>
                  <p:cNvPr id="149" name="Picture 148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1AFD75C9-D32D-AA44-4F32-D6F3C8DA211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4791" t="96101" r="91753" b="1267"/>
                  <a:stretch>
                    <a:fillRect/>
                  </a:stretch>
                </p:blipFill>
                <p:spPr>
                  <a:xfrm>
                    <a:off x="-455175" y="33651954"/>
                    <a:ext cx="223440" cy="1651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0" name="Group 149">
                  <a:extLst>
                    <a:ext uri="{FF2B5EF4-FFF2-40B4-BE49-F238E27FC236}">
                      <a16:creationId xmlns:a16="http://schemas.microsoft.com/office/drawing/2014/main" id="{EA7837F9-608F-4665-ED70-283310FC7DB5}"/>
                    </a:ext>
                  </a:extLst>
                </p:cNvPr>
                <p:cNvGrpSpPr/>
                <p:nvPr/>
              </p:nvGrpSpPr>
              <p:grpSpPr>
                <a:xfrm>
                  <a:off x="26646752" y="33639254"/>
                  <a:ext cx="533129" cy="196903"/>
                  <a:chOff x="-668047" y="33642429"/>
                  <a:chExt cx="533129" cy="196903"/>
                </a:xfrm>
              </p:grpSpPr>
              <p:pic>
                <p:nvPicPr>
                  <p:cNvPr id="151" name="Picture 150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3B9A3557-720A-6FB5-9674-7F0DDDC4BFE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6939" t="95949" r="4814" b="913"/>
                  <a:stretch>
                    <a:fillRect/>
                  </a:stretch>
                </p:blipFill>
                <p:spPr>
                  <a:xfrm>
                    <a:off x="-668047" y="33642429"/>
                    <a:ext cx="533129" cy="196903"/>
                  </a:xfrm>
                  <a:prstGeom prst="rect">
                    <a:avLst/>
                  </a:prstGeom>
                </p:spPr>
              </p:pic>
              <p:pic>
                <p:nvPicPr>
                  <p:cNvPr id="152" name="Picture 151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155244FF-ED70-8169-84C6-6EA00536C6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4791" t="96101" r="91753" b="1267"/>
                  <a:stretch>
                    <a:fillRect/>
                  </a:stretch>
                </p:blipFill>
                <p:spPr>
                  <a:xfrm>
                    <a:off x="-455175" y="33651954"/>
                    <a:ext cx="223440" cy="1651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3" name="Group 152">
                  <a:extLst>
                    <a:ext uri="{FF2B5EF4-FFF2-40B4-BE49-F238E27FC236}">
                      <a16:creationId xmlns:a16="http://schemas.microsoft.com/office/drawing/2014/main" id="{3AD32C19-47F6-4DF1-6B9D-5DFD44865D47}"/>
                    </a:ext>
                  </a:extLst>
                </p:cNvPr>
                <p:cNvGrpSpPr/>
                <p:nvPr/>
              </p:nvGrpSpPr>
              <p:grpSpPr>
                <a:xfrm>
                  <a:off x="32099757" y="33639254"/>
                  <a:ext cx="533129" cy="196903"/>
                  <a:chOff x="-668047" y="33642429"/>
                  <a:chExt cx="533129" cy="196903"/>
                </a:xfrm>
              </p:grpSpPr>
              <p:pic>
                <p:nvPicPr>
                  <p:cNvPr id="154" name="Picture 153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637C4E78-7F74-2517-8698-299368F227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6939" t="95949" r="4814" b="913"/>
                  <a:stretch>
                    <a:fillRect/>
                  </a:stretch>
                </p:blipFill>
                <p:spPr>
                  <a:xfrm>
                    <a:off x="-668047" y="33642429"/>
                    <a:ext cx="533129" cy="196903"/>
                  </a:xfrm>
                  <a:prstGeom prst="rect">
                    <a:avLst/>
                  </a:prstGeom>
                </p:spPr>
              </p:pic>
              <p:pic>
                <p:nvPicPr>
                  <p:cNvPr id="155" name="Picture 154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DAEE1546-7B49-4137-5B29-E979B03259D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4791" t="96101" r="91753" b="1267"/>
                  <a:stretch>
                    <a:fillRect/>
                  </a:stretch>
                </p:blipFill>
                <p:spPr>
                  <a:xfrm>
                    <a:off x="-455175" y="33651954"/>
                    <a:ext cx="223440" cy="1651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6" name="Group 155">
                  <a:extLst>
                    <a:ext uri="{FF2B5EF4-FFF2-40B4-BE49-F238E27FC236}">
                      <a16:creationId xmlns:a16="http://schemas.microsoft.com/office/drawing/2014/main" id="{5194F12D-6E6B-02D9-01DD-D7C6B66785F7}"/>
                    </a:ext>
                  </a:extLst>
                </p:cNvPr>
                <p:cNvGrpSpPr/>
                <p:nvPr/>
              </p:nvGrpSpPr>
              <p:grpSpPr>
                <a:xfrm>
                  <a:off x="37561618" y="33639254"/>
                  <a:ext cx="533129" cy="196903"/>
                  <a:chOff x="-668047" y="33642429"/>
                  <a:chExt cx="533129" cy="196903"/>
                </a:xfrm>
              </p:grpSpPr>
              <p:pic>
                <p:nvPicPr>
                  <p:cNvPr id="157" name="Picture 156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86FEA49B-8FC4-7BF9-BC50-8FA9FCA0D37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6939" t="95949" r="4814" b="913"/>
                  <a:stretch>
                    <a:fillRect/>
                  </a:stretch>
                </p:blipFill>
                <p:spPr>
                  <a:xfrm>
                    <a:off x="-668047" y="33642429"/>
                    <a:ext cx="533129" cy="196903"/>
                  </a:xfrm>
                  <a:prstGeom prst="rect">
                    <a:avLst/>
                  </a:prstGeom>
                </p:spPr>
              </p:pic>
              <p:pic>
                <p:nvPicPr>
                  <p:cNvPr id="158" name="Picture 157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B9E2D8B7-E13D-D3A3-8E7E-FC04BC859E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4791" t="96101" r="91753" b="1267"/>
                  <a:stretch>
                    <a:fillRect/>
                  </a:stretch>
                </p:blipFill>
                <p:spPr>
                  <a:xfrm>
                    <a:off x="-455175" y="33651954"/>
                    <a:ext cx="223440" cy="1651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F1A527E2-215B-B0CB-4869-A7C0BB53302C}"/>
                    </a:ext>
                  </a:extLst>
                </p:cNvPr>
                <p:cNvGrpSpPr/>
                <p:nvPr/>
              </p:nvGrpSpPr>
              <p:grpSpPr>
                <a:xfrm>
                  <a:off x="43021030" y="33639254"/>
                  <a:ext cx="533129" cy="196903"/>
                  <a:chOff x="-668047" y="33642429"/>
                  <a:chExt cx="533129" cy="196903"/>
                </a:xfrm>
              </p:grpSpPr>
              <p:pic>
                <p:nvPicPr>
                  <p:cNvPr id="160" name="Picture 159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C7BCF016-2F75-D719-76FF-32D57EF3B99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6939" t="95949" r="4814" b="913"/>
                  <a:stretch>
                    <a:fillRect/>
                  </a:stretch>
                </p:blipFill>
                <p:spPr>
                  <a:xfrm>
                    <a:off x="-668047" y="33642429"/>
                    <a:ext cx="533129" cy="196903"/>
                  </a:xfrm>
                  <a:prstGeom prst="rect">
                    <a:avLst/>
                  </a:prstGeom>
                </p:spPr>
              </p:pic>
              <p:pic>
                <p:nvPicPr>
                  <p:cNvPr id="161" name="Picture 160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2DD90BA9-CDB4-D4A3-DA4A-82AAB1DCEB2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4791" t="96101" r="91753" b="1267"/>
                  <a:stretch>
                    <a:fillRect/>
                  </a:stretch>
                </p:blipFill>
                <p:spPr>
                  <a:xfrm>
                    <a:off x="-455175" y="33651954"/>
                    <a:ext cx="223440" cy="165100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178" name="Picture 177" descr="A blue square with a rainbow colored gradient&#10;&#10;AI-generated content may be incorrect.">
                <a:extLst>
                  <a:ext uri="{FF2B5EF4-FFF2-40B4-BE49-F238E27FC236}">
                    <a16:creationId xmlns:a16="http://schemas.microsoft.com/office/drawing/2014/main" id="{3A2AD17E-7C3A-2B49-5FE9-53F656C25B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6939" t="95949" r="9472" b="913"/>
              <a:stretch>
                <a:fillRect/>
              </a:stretch>
            </p:blipFill>
            <p:spPr>
              <a:xfrm>
                <a:off x="48511710" y="33648103"/>
                <a:ext cx="231995" cy="196903"/>
              </a:xfrm>
              <a:prstGeom prst="rect">
                <a:avLst/>
              </a:prstGeom>
            </p:spPr>
          </p:pic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ACA6DC9-A867-6356-4083-5BC0155A9C4A}"/>
                </a:ext>
              </a:extLst>
            </p:cNvPr>
            <p:cNvSpPr txBox="1"/>
            <p:nvPr/>
          </p:nvSpPr>
          <p:spPr>
            <a:xfrm rot="16200000">
              <a:off x="-9813501" y="7137398"/>
              <a:ext cx="5682647" cy="10156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3960" dirty="0">
                  <a:latin typeface="Arial" panose="020B0604020202020204" pitchFamily="34" charset="0"/>
                  <a:cs typeface="Arial" panose="020B0604020202020204" pitchFamily="34" charset="0"/>
                </a:rPr>
                <a:t>Incompressible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95A14CFA-2CB2-61CD-91BC-F1384F49F32C}"/>
                    </a:ext>
                  </a:extLst>
                </p:cNvPr>
                <p:cNvSpPr txBox="1"/>
                <p:nvPr/>
              </p:nvSpPr>
              <p:spPr>
                <a:xfrm rot="16200000">
                  <a:off x="-9215047" y="12910947"/>
                  <a:ext cx="4485737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960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Ma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=0.025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95A14CFA-2CB2-61CD-91BC-F1384F49F3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9215047" y="12910947"/>
                  <a:ext cx="4485737" cy="1015663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07E87A5C-B5DF-8EEE-B5D6-9CF10C182646}"/>
                    </a:ext>
                  </a:extLst>
                </p:cNvPr>
                <p:cNvSpPr txBox="1"/>
                <p:nvPr/>
              </p:nvSpPr>
              <p:spPr>
                <a:xfrm rot="16200000">
                  <a:off x="-8747505" y="24240907"/>
                  <a:ext cx="3550652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960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Ma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=0.5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07E87A5C-B5DF-8EEE-B5D6-9CF10C1826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8747505" y="24240907"/>
                  <a:ext cx="3550652" cy="1015663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028FBA9C-154E-3D7C-5BB8-5543E7200A80}"/>
                    </a:ext>
                  </a:extLst>
                </p:cNvPr>
                <p:cNvSpPr txBox="1"/>
                <p:nvPr/>
              </p:nvSpPr>
              <p:spPr>
                <a:xfrm rot="16200000">
                  <a:off x="-8747504" y="30111310"/>
                  <a:ext cx="3550652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960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Ma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=0.8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028FBA9C-154E-3D7C-5BB8-5543E7200A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8747504" y="30111310"/>
                  <a:ext cx="3550652" cy="1015663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EF3A4D05-FC1F-FB9A-2A8C-E75CECEACE8D}"/>
                    </a:ext>
                  </a:extLst>
                </p:cNvPr>
                <p:cNvSpPr txBox="1"/>
                <p:nvPr/>
              </p:nvSpPr>
              <p:spPr>
                <a:xfrm rot="16200000">
                  <a:off x="-8747504" y="18571482"/>
                  <a:ext cx="3550652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960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Ma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=0.1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EF3A4D05-FC1F-FB9A-2A8C-E75CECEACE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8747504" y="18571482"/>
                  <a:ext cx="3550652" cy="1015663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0D06637B-DA50-97BE-8B2B-8FB8248521E5}"/>
                    </a:ext>
                  </a:extLst>
                </p:cNvPr>
                <p:cNvSpPr txBox="1"/>
                <p:nvPr/>
              </p:nvSpPr>
              <p:spPr>
                <a:xfrm>
                  <a:off x="-4748746" y="3699483"/>
                  <a:ext cx="3416320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=0.1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0D06637B-DA50-97BE-8B2B-8FB8248521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748746" y="3699483"/>
                  <a:ext cx="3416320" cy="1015663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E4B009B7-3FDD-0A3D-9C1B-F0DC08559E37}"/>
                    </a:ext>
                  </a:extLst>
                </p:cNvPr>
                <p:cNvSpPr txBox="1"/>
                <p:nvPr/>
              </p:nvSpPr>
              <p:spPr>
                <a:xfrm>
                  <a:off x="688509" y="3699483"/>
                  <a:ext cx="3416320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=0.2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E4B009B7-3FDD-0A3D-9C1B-F0DC08559E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509" y="3699483"/>
                  <a:ext cx="3416320" cy="1015663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ED32D44F-0EDC-C28D-13C2-C009DF8993D6}"/>
                    </a:ext>
                  </a:extLst>
                </p:cNvPr>
                <p:cNvSpPr txBox="1"/>
                <p:nvPr/>
              </p:nvSpPr>
              <p:spPr>
                <a:xfrm>
                  <a:off x="6125764" y="3699483"/>
                  <a:ext cx="3416320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=0.3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ED32D44F-0EDC-C28D-13C2-C009DF8993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5764" y="3699483"/>
                  <a:ext cx="3416320" cy="1015663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C2EDAD7B-975C-4793-325B-152104049DEE}"/>
                    </a:ext>
                  </a:extLst>
                </p:cNvPr>
                <p:cNvSpPr txBox="1"/>
                <p:nvPr/>
              </p:nvSpPr>
              <p:spPr>
                <a:xfrm>
                  <a:off x="11563019" y="3699483"/>
                  <a:ext cx="3416320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=0.4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C2EDAD7B-975C-4793-325B-152104049D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63019" y="3699483"/>
                  <a:ext cx="3416320" cy="1015663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F60C739D-54AD-6347-0095-D63E5C423C92}"/>
                    </a:ext>
                  </a:extLst>
                </p:cNvPr>
                <p:cNvSpPr txBox="1"/>
                <p:nvPr/>
              </p:nvSpPr>
              <p:spPr>
                <a:xfrm>
                  <a:off x="17000274" y="3699483"/>
                  <a:ext cx="3416320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=0.5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F60C739D-54AD-6347-0095-D63E5C423C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00274" y="3699483"/>
                  <a:ext cx="3416320" cy="1015663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06CC266F-A9EE-D8C8-2843-6897E9D8B25A}"/>
                    </a:ext>
                  </a:extLst>
                </p:cNvPr>
                <p:cNvSpPr txBox="1"/>
                <p:nvPr/>
              </p:nvSpPr>
              <p:spPr>
                <a:xfrm>
                  <a:off x="22437529" y="3699483"/>
                  <a:ext cx="3416320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=0.6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06CC266F-A9EE-D8C8-2843-6897E9D8B2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37529" y="3699483"/>
                  <a:ext cx="3416320" cy="1015663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3DD33039-44E4-038E-0D2F-2E2D2D875F70}"/>
                    </a:ext>
                  </a:extLst>
                </p:cNvPr>
                <p:cNvSpPr txBox="1"/>
                <p:nvPr/>
              </p:nvSpPr>
              <p:spPr>
                <a:xfrm>
                  <a:off x="27874784" y="3699483"/>
                  <a:ext cx="3416320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=0.7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3DD33039-44E4-038E-0D2F-2E2D2D875F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74784" y="3699483"/>
                  <a:ext cx="3416320" cy="1015663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95341A2A-AAF4-C0F6-6BEE-231363484534}"/>
                    </a:ext>
                  </a:extLst>
                </p:cNvPr>
                <p:cNvSpPr txBox="1"/>
                <p:nvPr/>
              </p:nvSpPr>
              <p:spPr>
                <a:xfrm>
                  <a:off x="33312039" y="3699483"/>
                  <a:ext cx="3416320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=0.8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95341A2A-AAF4-C0F6-6BEE-2313634845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12039" y="3699483"/>
                  <a:ext cx="3416320" cy="1015663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F47C296B-2178-79FE-6BF8-15D95DAC695D}"/>
                    </a:ext>
                  </a:extLst>
                </p:cNvPr>
                <p:cNvSpPr txBox="1"/>
                <p:nvPr/>
              </p:nvSpPr>
              <p:spPr>
                <a:xfrm>
                  <a:off x="38749293" y="3699483"/>
                  <a:ext cx="3416320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=0.9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F47C296B-2178-79FE-6BF8-15D95DAC69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49293" y="3699483"/>
                  <a:ext cx="3416320" cy="1015663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8F281B3-7256-1438-954A-4E8B40281692}"/>
                    </a:ext>
                  </a:extLst>
                </p:cNvPr>
                <p:cNvSpPr txBox="1"/>
                <p:nvPr/>
              </p:nvSpPr>
              <p:spPr>
                <a:xfrm>
                  <a:off x="44186550" y="3699483"/>
                  <a:ext cx="3416320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=1.0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8F281B3-7256-1438-954A-4E8B402816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86550" y="3699483"/>
                  <a:ext cx="3416320" cy="1015663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A6CCAF1C-943F-2046-8258-B7B3D8CF3047}"/>
                </a:ext>
              </a:extLst>
            </p:cNvPr>
            <p:cNvGrpSpPr/>
            <p:nvPr/>
          </p:nvGrpSpPr>
          <p:grpSpPr>
            <a:xfrm>
              <a:off x="29406299" y="8545573"/>
              <a:ext cx="18243415" cy="1776091"/>
              <a:chOff x="28886187" y="7926125"/>
              <a:chExt cx="18243415" cy="1776091"/>
            </a:xfrm>
          </p:grpSpPr>
          <p:pic>
            <p:nvPicPr>
              <p:cNvPr id="164" name="Picture 163" descr="A blue and red gradient&#10;&#10;AI-generated content may be incorrect.">
                <a:extLst>
                  <a:ext uri="{FF2B5EF4-FFF2-40B4-BE49-F238E27FC236}">
                    <a16:creationId xmlns:a16="http://schemas.microsoft.com/office/drawing/2014/main" id="{211406DA-4942-1FDC-4492-A79FC2A332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1546" t="4697" r="-411" b="3732"/>
              <a:stretch>
                <a:fillRect/>
              </a:stretch>
            </p:blipFill>
            <p:spPr>
              <a:xfrm rot="5400000">
                <a:off x="37120032" y="-307354"/>
                <a:ext cx="1776091" cy="18243049"/>
              </a:xfrm>
              <a:prstGeom prst="rect">
                <a:avLst/>
              </a:prstGeom>
            </p:spPr>
          </p:pic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1F95EECE-5905-6565-3186-FC90B4C8F8FA}"/>
                  </a:ext>
                </a:extLst>
              </p:cNvPr>
              <p:cNvSpPr txBox="1"/>
              <p:nvPr/>
            </p:nvSpPr>
            <p:spPr>
              <a:xfrm>
                <a:off x="28886187" y="8969791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765B8358-2DA6-88C2-4178-63F86F105C98}"/>
                  </a:ext>
                </a:extLst>
              </p:cNvPr>
              <p:cNvSpPr txBox="1"/>
              <p:nvPr/>
            </p:nvSpPr>
            <p:spPr>
              <a:xfrm>
                <a:off x="31552583" y="8969792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AC01994F-50FD-B59E-F028-BD023EA4B610}"/>
                  </a:ext>
                </a:extLst>
              </p:cNvPr>
              <p:cNvSpPr txBox="1"/>
              <p:nvPr/>
            </p:nvSpPr>
            <p:spPr>
              <a:xfrm>
                <a:off x="34276398" y="8969792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1719E6B0-C942-C29A-82C9-727E6A403ECB}"/>
                  </a:ext>
                </a:extLst>
              </p:cNvPr>
              <p:cNvSpPr txBox="1"/>
              <p:nvPr/>
            </p:nvSpPr>
            <p:spPr>
              <a:xfrm>
                <a:off x="36952470" y="8969792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4D9A597-003D-A1FB-2357-0309BFADB72B}"/>
                  </a:ext>
                </a:extLst>
              </p:cNvPr>
              <p:cNvSpPr txBox="1"/>
              <p:nvPr/>
            </p:nvSpPr>
            <p:spPr>
              <a:xfrm>
                <a:off x="39654624" y="8969792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3C65B437-233A-27D4-3AD1-4D963F6794A5}"/>
                  </a:ext>
                </a:extLst>
              </p:cNvPr>
              <p:cNvSpPr txBox="1"/>
              <p:nvPr/>
            </p:nvSpPr>
            <p:spPr>
              <a:xfrm>
                <a:off x="42342264" y="8969792"/>
                <a:ext cx="412292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CFE8A06A-436A-8032-40A0-C79EC2CCE714}"/>
                  </a:ext>
                </a:extLst>
              </p:cNvPr>
              <p:cNvSpPr txBox="1"/>
              <p:nvPr/>
            </p:nvSpPr>
            <p:spPr>
              <a:xfrm>
                <a:off x="45062852" y="8969793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A9ACEB14-C91A-F67A-5DF3-25CF8F500536}"/>
                </a:ext>
              </a:extLst>
            </p:cNvPr>
            <p:cNvGrpSpPr/>
            <p:nvPr/>
          </p:nvGrpSpPr>
          <p:grpSpPr>
            <a:xfrm>
              <a:off x="29406298" y="14297231"/>
              <a:ext cx="18243415" cy="1776091"/>
              <a:chOff x="28886187" y="7926125"/>
              <a:chExt cx="18243415" cy="1776091"/>
            </a:xfrm>
          </p:grpSpPr>
          <p:pic>
            <p:nvPicPr>
              <p:cNvPr id="181" name="Picture 180" descr="A blue and red gradient&#10;&#10;AI-generated content may be incorrect.">
                <a:extLst>
                  <a:ext uri="{FF2B5EF4-FFF2-40B4-BE49-F238E27FC236}">
                    <a16:creationId xmlns:a16="http://schemas.microsoft.com/office/drawing/2014/main" id="{B8291FFA-A51B-EDCD-DD17-92AC259830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1546" t="4697" r="-411" b="3732"/>
              <a:stretch>
                <a:fillRect/>
              </a:stretch>
            </p:blipFill>
            <p:spPr>
              <a:xfrm rot="5400000">
                <a:off x="37120032" y="-307354"/>
                <a:ext cx="1776091" cy="18243049"/>
              </a:xfrm>
              <a:prstGeom prst="rect">
                <a:avLst/>
              </a:prstGeom>
            </p:spPr>
          </p:pic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9E262275-C184-2D73-A239-80C37C69EB1B}"/>
                  </a:ext>
                </a:extLst>
              </p:cNvPr>
              <p:cNvSpPr txBox="1"/>
              <p:nvPr/>
            </p:nvSpPr>
            <p:spPr>
              <a:xfrm>
                <a:off x="28886187" y="8969791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A088B85C-FDE0-AC8C-E786-4E8E26DECB44}"/>
                  </a:ext>
                </a:extLst>
              </p:cNvPr>
              <p:cNvSpPr txBox="1"/>
              <p:nvPr/>
            </p:nvSpPr>
            <p:spPr>
              <a:xfrm>
                <a:off x="31552583" y="8969792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53CAFD8C-E380-F4D6-79DF-98DBD8FAD8F6}"/>
                  </a:ext>
                </a:extLst>
              </p:cNvPr>
              <p:cNvSpPr txBox="1"/>
              <p:nvPr/>
            </p:nvSpPr>
            <p:spPr>
              <a:xfrm>
                <a:off x="34276398" y="8969792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CAEFA14A-6874-C68E-3FED-00240A490ED3}"/>
                  </a:ext>
                </a:extLst>
              </p:cNvPr>
              <p:cNvSpPr txBox="1"/>
              <p:nvPr/>
            </p:nvSpPr>
            <p:spPr>
              <a:xfrm>
                <a:off x="36952470" y="8969792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EBCD669A-F3AD-F3FC-F8C8-18D4E0579CCD}"/>
                  </a:ext>
                </a:extLst>
              </p:cNvPr>
              <p:cNvSpPr txBox="1"/>
              <p:nvPr/>
            </p:nvSpPr>
            <p:spPr>
              <a:xfrm>
                <a:off x="39654624" y="8969792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9B07C0DB-FC7B-8AA9-91C5-8E1FEBB02FDE}"/>
                  </a:ext>
                </a:extLst>
              </p:cNvPr>
              <p:cNvSpPr txBox="1"/>
              <p:nvPr/>
            </p:nvSpPr>
            <p:spPr>
              <a:xfrm>
                <a:off x="42342264" y="8969792"/>
                <a:ext cx="412292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5C5EE520-E230-A3D4-8B78-E1851AB7964B}"/>
                  </a:ext>
                </a:extLst>
              </p:cNvPr>
              <p:cNvSpPr txBox="1"/>
              <p:nvPr/>
            </p:nvSpPr>
            <p:spPr>
              <a:xfrm>
                <a:off x="45062852" y="8969793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CC178625-DCB7-7036-0D28-36C9E97C46E6}"/>
                </a:ext>
              </a:extLst>
            </p:cNvPr>
            <p:cNvGrpSpPr/>
            <p:nvPr/>
          </p:nvGrpSpPr>
          <p:grpSpPr>
            <a:xfrm>
              <a:off x="29406297" y="20122245"/>
              <a:ext cx="18267239" cy="1674981"/>
              <a:chOff x="29406297" y="20075073"/>
              <a:chExt cx="18267239" cy="1674981"/>
            </a:xfrm>
          </p:grpSpPr>
          <p:pic>
            <p:nvPicPr>
              <p:cNvPr id="166" name="Picture 165" descr="A colorful gradients on a square&#10;&#10;AI-generated content may be incorrect.">
                <a:extLst>
                  <a:ext uri="{FF2B5EF4-FFF2-40B4-BE49-F238E27FC236}">
                    <a16:creationId xmlns:a16="http://schemas.microsoft.com/office/drawing/2014/main" id="{6851AA05-D9BC-FCC8-B27A-EC484F6935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0335" t="4696" r="1429" b="3779"/>
              <a:stretch>
                <a:fillRect/>
              </a:stretch>
            </p:blipFill>
            <p:spPr>
              <a:xfrm rot="5400000">
                <a:off x="37702607" y="11779126"/>
                <a:ext cx="1674981" cy="18266876"/>
              </a:xfrm>
              <a:prstGeom prst="rect">
                <a:avLst/>
              </a:prstGeom>
            </p:spPr>
          </p:pic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6C421602-44FA-489E-7607-9349B04C338C}"/>
                  </a:ext>
                </a:extLst>
              </p:cNvPr>
              <p:cNvSpPr txBox="1"/>
              <p:nvPr/>
            </p:nvSpPr>
            <p:spPr>
              <a:xfrm>
                <a:off x="29406297" y="21092709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B3305214-795E-38BF-5041-28FEBE9FF7D0}"/>
                  </a:ext>
                </a:extLst>
              </p:cNvPr>
              <p:cNvSpPr txBox="1"/>
              <p:nvPr/>
            </p:nvSpPr>
            <p:spPr>
              <a:xfrm>
                <a:off x="32586862" y="21092709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5989B321-24D0-8080-4D51-6C5EADE4AB12}"/>
                  </a:ext>
                </a:extLst>
              </p:cNvPr>
              <p:cNvSpPr txBox="1"/>
              <p:nvPr/>
            </p:nvSpPr>
            <p:spPr>
              <a:xfrm>
                <a:off x="35653575" y="21092709"/>
                <a:ext cx="76196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25C6FA99-C4AB-3A1A-CE27-630F158128EC}"/>
                  </a:ext>
                </a:extLst>
              </p:cNvPr>
              <p:cNvSpPr txBox="1"/>
              <p:nvPr/>
            </p:nvSpPr>
            <p:spPr>
              <a:xfrm>
                <a:off x="38923285" y="21092709"/>
                <a:ext cx="76196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A3BBF314-78EC-6C15-EE70-D758EEE65CD7}"/>
                  </a:ext>
                </a:extLst>
              </p:cNvPr>
              <p:cNvSpPr txBox="1"/>
              <p:nvPr/>
            </p:nvSpPr>
            <p:spPr>
              <a:xfrm>
                <a:off x="42168636" y="21092709"/>
                <a:ext cx="76196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619EEB02-12BC-CF85-26A2-8594A6A9571F}"/>
                  </a:ext>
                </a:extLst>
              </p:cNvPr>
              <p:cNvSpPr txBox="1"/>
              <p:nvPr/>
            </p:nvSpPr>
            <p:spPr>
              <a:xfrm>
                <a:off x="45344311" y="21092708"/>
                <a:ext cx="888807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25</a:t>
                </a:r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3503A6ED-E354-A73F-19E6-11FA34343431}"/>
                </a:ext>
              </a:extLst>
            </p:cNvPr>
            <p:cNvGrpSpPr/>
            <p:nvPr/>
          </p:nvGrpSpPr>
          <p:grpSpPr>
            <a:xfrm>
              <a:off x="29406660" y="25622398"/>
              <a:ext cx="18266876" cy="1939451"/>
              <a:chOff x="29406660" y="24214518"/>
              <a:chExt cx="18266876" cy="1939451"/>
            </a:xfrm>
          </p:grpSpPr>
          <p:pic>
            <p:nvPicPr>
              <p:cNvPr id="167" name="Picture 166" descr="A colorful gradients on a square&#10;&#10;AI-generated content may be incorrect.">
                <a:extLst>
                  <a:ext uri="{FF2B5EF4-FFF2-40B4-BE49-F238E27FC236}">
                    <a16:creationId xmlns:a16="http://schemas.microsoft.com/office/drawing/2014/main" id="{B20BFB6F-4DD2-BC33-3F51-1DBE2DFC10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9342" t="4696" r="1245" b="3757"/>
              <a:stretch>
                <a:fillRect/>
              </a:stretch>
            </p:blipFill>
            <p:spPr>
              <a:xfrm rot="5400000">
                <a:off x="37572358" y="16048820"/>
                <a:ext cx="1935479" cy="18266876"/>
              </a:xfrm>
              <a:prstGeom prst="rect">
                <a:avLst/>
              </a:prstGeom>
            </p:spPr>
          </p:pic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2BC48A6B-7183-76A1-4A8C-A29EACFF11D2}"/>
                  </a:ext>
                </a:extLst>
              </p:cNvPr>
              <p:cNvSpPr txBox="1"/>
              <p:nvPr/>
            </p:nvSpPr>
            <p:spPr>
              <a:xfrm>
                <a:off x="29423232" y="25275929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5259E4A8-9600-CC88-9206-BE715E5D6850}"/>
                  </a:ext>
                </a:extLst>
              </p:cNvPr>
              <p:cNvSpPr txBox="1"/>
              <p:nvPr/>
            </p:nvSpPr>
            <p:spPr>
              <a:xfrm>
                <a:off x="31847727" y="25275930"/>
                <a:ext cx="76196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4CADE641-E4A4-FB74-F631-F9B598987C15}"/>
                  </a:ext>
                </a:extLst>
              </p:cNvPr>
              <p:cNvSpPr txBox="1"/>
              <p:nvPr/>
            </p:nvSpPr>
            <p:spPr>
              <a:xfrm>
                <a:off x="34411886" y="25275930"/>
                <a:ext cx="76196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40</a:t>
                </a: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362B720B-6E34-5F82-13F1-58852FA3A6DD}"/>
                  </a:ext>
                </a:extLst>
              </p:cNvPr>
              <p:cNvSpPr txBox="1"/>
              <p:nvPr/>
            </p:nvSpPr>
            <p:spPr>
              <a:xfrm>
                <a:off x="37000871" y="25275930"/>
                <a:ext cx="76196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60</a:t>
                </a: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FC9DB76F-0272-EBC6-9566-1B055EF14F39}"/>
                  </a:ext>
                </a:extLst>
              </p:cNvPr>
              <p:cNvSpPr txBox="1"/>
              <p:nvPr/>
            </p:nvSpPr>
            <p:spPr>
              <a:xfrm>
                <a:off x="39572395" y="25275930"/>
                <a:ext cx="76196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80</a:t>
                </a:r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E4EFDAF4-E06F-B47F-EC3F-F10B6BC0AB4D}"/>
                  </a:ext>
                </a:extLst>
              </p:cNvPr>
              <p:cNvSpPr txBox="1"/>
              <p:nvPr/>
            </p:nvSpPr>
            <p:spPr>
              <a:xfrm>
                <a:off x="42013295" y="25275930"/>
                <a:ext cx="989053" cy="861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100</a:t>
                </a:r>
              </a:p>
              <a:p>
                <a:endParaRPr lang="en-US" sz="84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4CDBCA15-533B-CFE3-B9E7-CC81F613105F}"/>
                  </a:ext>
                </a:extLst>
              </p:cNvPr>
              <p:cNvSpPr txBox="1"/>
              <p:nvPr/>
            </p:nvSpPr>
            <p:spPr>
              <a:xfrm>
                <a:off x="44588731" y="25261417"/>
                <a:ext cx="989053" cy="8925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120</a:t>
                </a:r>
              </a:p>
              <a:p>
                <a:endParaRPr lang="en-US" sz="96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2DF36266-0301-317F-ADB1-0CAFACAB1DB1}"/>
                </a:ext>
              </a:extLst>
            </p:cNvPr>
            <p:cNvGrpSpPr/>
            <p:nvPr/>
          </p:nvGrpSpPr>
          <p:grpSpPr>
            <a:xfrm>
              <a:off x="29399403" y="31449309"/>
              <a:ext cx="18266880" cy="1910209"/>
              <a:chOff x="29399403" y="31462009"/>
              <a:chExt cx="18266880" cy="1910209"/>
            </a:xfrm>
          </p:grpSpPr>
          <p:pic>
            <p:nvPicPr>
              <p:cNvPr id="168" name="Picture 167" descr="A colorful gradients on a square&#10;&#10;AI-generated content may be incorrect.">
                <a:extLst>
                  <a:ext uri="{FF2B5EF4-FFF2-40B4-BE49-F238E27FC236}">
                    <a16:creationId xmlns:a16="http://schemas.microsoft.com/office/drawing/2014/main" id="{0A7F56F0-2685-D983-03FE-E79709EE34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9379" t="4697" r="1333" b="3761"/>
              <a:stretch>
                <a:fillRect/>
              </a:stretch>
            </p:blipFill>
            <p:spPr>
              <a:xfrm rot="5400000">
                <a:off x="37577738" y="23283674"/>
                <a:ext cx="1910209" cy="18266880"/>
              </a:xfrm>
              <a:prstGeom prst="rect">
                <a:avLst/>
              </a:prstGeom>
            </p:spPr>
          </p:pic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B18BC050-3D1E-15C2-CA49-6C70A6EB7261}"/>
                  </a:ext>
                </a:extLst>
              </p:cNvPr>
              <p:cNvSpPr txBox="1"/>
              <p:nvPr/>
            </p:nvSpPr>
            <p:spPr>
              <a:xfrm>
                <a:off x="29399405" y="32492841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33155C68-9DC0-E312-C11A-E0C4F162A1A6}"/>
                  </a:ext>
                </a:extLst>
              </p:cNvPr>
              <p:cNvSpPr txBox="1"/>
              <p:nvPr/>
            </p:nvSpPr>
            <p:spPr>
              <a:xfrm>
                <a:off x="31271451" y="32492841"/>
                <a:ext cx="76196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25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8AEEEA6-6D02-C3BA-97D5-7631B5C6C649}"/>
                  </a:ext>
                </a:extLst>
              </p:cNvPr>
              <p:cNvSpPr txBox="1"/>
              <p:nvPr/>
            </p:nvSpPr>
            <p:spPr>
              <a:xfrm>
                <a:off x="33273634" y="32492841"/>
                <a:ext cx="76196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50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81689574-532B-6135-3DEC-3503CD015E7D}"/>
                  </a:ext>
                </a:extLst>
              </p:cNvPr>
              <p:cNvSpPr txBox="1"/>
              <p:nvPr/>
            </p:nvSpPr>
            <p:spPr>
              <a:xfrm>
                <a:off x="35281594" y="32492841"/>
                <a:ext cx="76196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75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CB918E65-8FCA-CC58-7D86-4E3988094B62}"/>
                  </a:ext>
                </a:extLst>
              </p:cNvPr>
              <p:cNvSpPr txBox="1"/>
              <p:nvPr/>
            </p:nvSpPr>
            <p:spPr>
              <a:xfrm>
                <a:off x="37176843" y="32492841"/>
                <a:ext cx="989053" cy="861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100</a:t>
                </a:r>
              </a:p>
              <a:p>
                <a:endParaRPr lang="en-US" sz="84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D486C259-5D66-0169-BFA5-977B70DCEEA7}"/>
                  </a:ext>
                </a:extLst>
              </p:cNvPr>
              <p:cNvSpPr txBox="1"/>
              <p:nvPr/>
            </p:nvSpPr>
            <p:spPr>
              <a:xfrm>
                <a:off x="39236742" y="32492841"/>
                <a:ext cx="1097612" cy="861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125</a:t>
                </a:r>
              </a:p>
              <a:p>
                <a:endParaRPr lang="en-US" sz="84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821CE920-D2FB-A238-A23A-A91CEDA65D66}"/>
                  </a:ext>
                </a:extLst>
              </p:cNvPr>
              <p:cNvSpPr txBox="1"/>
              <p:nvPr/>
            </p:nvSpPr>
            <p:spPr>
              <a:xfrm>
                <a:off x="41202581" y="32478328"/>
                <a:ext cx="989053" cy="8925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150</a:t>
                </a:r>
              </a:p>
              <a:p>
                <a:endParaRPr lang="en-US" sz="96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D566E8AA-027B-07A1-9007-5BBA600BA4E1}"/>
                  </a:ext>
                </a:extLst>
              </p:cNvPr>
              <p:cNvSpPr txBox="1"/>
              <p:nvPr/>
            </p:nvSpPr>
            <p:spPr>
              <a:xfrm>
                <a:off x="43229591" y="32462063"/>
                <a:ext cx="989053" cy="8925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175</a:t>
                </a:r>
              </a:p>
              <a:p>
                <a:endParaRPr lang="en-US" sz="96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F6E13E84-18EA-68BE-89D2-06D91F13622F}"/>
                  </a:ext>
                </a:extLst>
              </p:cNvPr>
              <p:cNvSpPr txBox="1"/>
              <p:nvPr/>
            </p:nvSpPr>
            <p:spPr>
              <a:xfrm>
                <a:off x="45244064" y="32478328"/>
                <a:ext cx="989053" cy="8925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200</a:t>
                </a:r>
              </a:p>
              <a:p>
                <a:endParaRPr lang="en-US" sz="96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28366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7D43D13-239C-C849-1D40-9F752840C360}"/>
              </a:ext>
            </a:extLst>
          </p:cNvPr>
          <p:cNvGrpSpPr/>
          <p:nvPr/>
        </p:nvGrpSpPr>
        <p:grpSpPr>
          <a:xfrm>
            <a:off x="1301657" y="5030047"/>
            <a:ext cx="43744024" cy="12099265"/>
            <a:chOff x="-5133073" y="6668911"/>
            <a:chExt cx="72906707" cy="20165442"/>
          </a:xfrm>
        </p:grpSpPr>
        <p:pic>
          <p:nvPicPr>
            <p:cNvPr id="3" name="Picture 2" descr="A blue and yellow gradients&#10;&#10;AI-generated content may be incorrect.">
              <a:extLst>
                <a:ext uri="{FF2B5EF4-FFF2-40B4-BE49-F238E27FC236}">
                  <a16:creationId xmlns:a16="http://schemas.microsoft.com/office/drawing/2014/main" id="{D70CD465-70FD-A0BD-C794-C8B10605C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1" t="7802"/>
            <a:stretch>
              <a:fillRect/>
            </a:stretch>
          </p:blipFill>
          <p:spPr>
            <a:xfrm>
              <a:off x="15760100" y="8620473"/>
              <a:ext cx="52013534" cy="16187994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FCA1DB1-4190-9496-F168-BF90F3C8D39C}"/>
                </a:ext>
              </a:extLst>
            </p:cNvPr>
            <p:cNvGrpSpPr/>
            <p:nvPr/>
          </p:nvGrpSpPr>
          <p:grpSpPr>
            <a:xfrm>
              <a:off x="-5133073" y="7776907"/>
              <a:ext cx="18739484" cy="19057446"/>
              <a:chOff x="9524366" y="3263900"/>
              <a:chExt cx="18739484" cy="19057446"/>
            </a:xfrm>
          </p:grpSpPr>
          <p:pic>
            <p:nvPicPr>
              <p:cNvPr id="6" name="Picture 5" descr="A blue and red gradient&#10;&#10;AI-generated content may be incorrect.">
                <a:extLst>
                  <a:ext uri="{FF2B5EF4-FFF2-40B4-BE49-F238E27FC236}">
                    <a16:creationId xmlns:a16="http://schemas.microsoft.com/office/drawing/2014/main" id="{3EEAD88E-A4F5-D497-EDA7-086B4D026B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716" r="8499"/>
              <a:stretch>
                <a:fillRect/>
              </a:stretch>
            </p:blipFill>
            <p:spPr>
              <a:xfrm>
                <a:off x="9524366" y="3263900"/>
                <a:ext cx="18407698" cy="19057446"/>
              </a:xfrm>
              <a:prstGeom prst="rect">
                <a:avLst/>
              </a:prstGeom>
            </p:spPr>
          </p:pic>
          <p:pic>
            <p:nvPicPr>
              <p:cNvPr id="7" name="Picture 6" descr="A blue and red gradient&#10;&#10;AI-generated content may be incorrect.">
                <a:extLst>
                  <a:ext uri="{FF2B5EF4-FFF2-40B4-BE49-F238E27FC236}">
                    <a16:creationId xmlns:a16="http://schemas.microsoft.com/office/drawing/2014/main" id="{DB9EE73A-4D72-808B-B49D-58C37759C6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163" t="95325" r="6866"/>
              <a:stretch>
                <a:fillRect/>
              </a:stretch>
            </p:blipFill>
            <p:spPr>
              <a:xfrm>
                <a:off x="27263725" y="21370461"/>
                <a:ext cx="1000125" cy="935010"/>
              </a:xfrm>
              <a:prstGeom prst="rect">
                <a:avLst/>
              </a:prstGeom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7178722-04FA-6D27-85FC-773A9F5562C0}"/>
                </a:ext>
              </a:extLst>
            </p:cNvPr>
            <p:cNvSpPr txBox="1"/>
            <p:nvPr/>
          </p:nvSpPr>
          <p:spPr>
            <a:xfrm>
              <a:off x="1500762" y="6668911"/>
              <a:ext cx="6208965" cy="11079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320" dirty="0">
                  <a:latin typeface="Arial" panose="020B0604020202020204" pitchFamily="34" charset="0"/>
                  <a:cs typeface="Arial" panose="020B0604020202020204" pitchFamily="34" charset="0"/>
                </a:rPr>
                <a:t>Incompressible</a:t>
              </a:r>
            </a:p>
          </p:txBody>
        </p:sp>
        <p:pic>
          <p:nvPicPr>
            <p:cNvPr id="11" name="Picture 10" descr="A blue and yellow gradients&#10;&#10;AI-generated content may be incorrect.">
              <a:extLst>
                <a:ext uri="{FF2B5EF4-FFF2-40B4-BE49-F238E27FC236}">
                  <a16:creationId xmlns:a16="http://schemas.microsoft.com/office/drawing/2014/main" id="{B5575532-10F9-E1F4-DDF3-39029A2EB1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563" t="10747" b="4755"/>
            <a:stretch>
              <a:fillRect/>
            </a:stretch>
          </p:blipFill>
          <p:spPr>
            <a:xfrm>
              <a:off x="13371217" y="7410450"/>
              <a:ext cx="2286812" cy="186080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7023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387</TotalTime>
  <Words>193</Words>
  <Application>Microsoft Office PowerPoint</Application>
  <PresentationFormat>Custom</PresentationFormat>
  <Paragraphs>109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Walker</dc:creator>
  <cp:lastModifiedBy>Michael Walker</cp:lastModifiedBy>
  <cp:revision>2</cp:revision>
  <dcterms:created xsi:type="dcterms:W3CDTF">2025-12-16T14:43:50Z</dcterms:created>
  <dcterms:modified xsi:type="dcterms:W3CDTF">2025-12-16T23:23:47Z</dcterms:modified>
</cp:coreProperties>
</file>